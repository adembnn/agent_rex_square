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2.xml" ContentType="application/vnd.openxmlformats-officedocument.presentationml.tags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314" r:id="rId4"/>
    <p:sldMasterId id="2147484349" r:id="rId5"/>
  </p:sldMasterIdLst>
  <p:notesMasterIdLst>
    <p:notesMasterId r:id="rId7"/>
  </p:notesMasterIdLst>
  <p:handoutMasterIdLst>
    <p:handoutMasterId r:id="rId8"/>
  </p:handoutMasterIdLst>
  <p:sldIdLst>
    <p:sldId id="256" r:id="rId6"/>
  </p:sldIdLst>
  <p:sldSz cx="12192000" cy="6858000"/>
  <p:notesSz cx="6858000" cy="9144000"/>
  <p:custDataLst>
    <p:tags r:id="rId9"/>
  </p:custDataLst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48BFF566-A6EA-4BB0-BECB-22CBD4FD5160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>
        <p15:guide id="2" pos="5904" userDrawn="1">
          <p15:clr>
            <a:srgbClr val="A4A3A4"/>
          </p15:clr>
        </p15:guide>
        <p15:guide id="4" orient="horz" pos="1071" userDrawn="1">
          <p15:clr>
            <a:srgbClr val="A4A3A4"/>
          </p15:clr>
        </p15:guide>
        <p15:guide id="5" pos="574" userDrawn="1">
          <p15:clr>
            <a:srgbClr val="A4A3A4"/>
          </p15:clr>
        </p15:guide>
        <p15:guide id="6" pos="23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Mathilde Guillous" initials="MG" lastIdx="1" clrIdx="0">
    <p:extLst>
      <p:ext uri="{19B8F6BF-5375-455C-9EA6-DF929625EA0E}">
        <p15:presenceInfo xmlns:p15="http://schemas.microsoft.com/office/powerpoint/2012/main" userId="S::mathilde.guillous@squaremanagement.onmicrosoft.com::31b338ce-04fa-4e5d-b70c-360cb0f883cf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88800"/>
    <a:srgbClr val="E93363"/>
    <a:srgbClr val="404041"/>
    <a:srgbClr val="F6F2E9"/>
    <a:srgbClr val="FFFFFF"/>
    <a:srgbClr val="BD8E42"/>
    <a:srgbClr val="D9D9D9"/>
    <a:srgbClr val="307DFF"/>
    <a:srgbClr val="F2F2F2"/>
    <a:srgbClr val="EBE2D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5850" autoAdjust="0"/>
  </p:normalViewPr>
  <p:slideViewPr>
    <p:cSldViewPr snapToGrid="0">
      <p:cViewPr varScale="1">
        <p:scale>
          <a:sx n="95" d="100"/>
          <a:sy n="95" d="100"/>
        </p:scale>
        <p:origin x="1194" y="78"/>
      </p:cViewPr>
      <p:guideLst>
        <p:guide pos="5904"/>
        <p:guide orient="horz" pos="1071"/>
        <p:guide pos="574"/>
        <p:guide pos="234"/>
      </p:guideLst>
    </p:cSldViewPr>
  </p:slideViewPr>
  <p:outlineViewPr>
    <p:cViewPr>
      <p:scale>
        <a:sx n="33" d="100"/>
        <a:sy n="33" d="100"/>
      </p:scale>
      <p:origin x="0" y="-99780"/>
    </p:cViewPr>
  </p:outlineViewPr>
  <p:notesTextViewPr>
    <p:cViewPr>
      <p:scale>
        <a:sx n="125" d="100"/>
        <a:sy n="125" d="100"/>
      </p:scale>
      <p:origin x="0" y="0"/>
    </p:cViewPr>
  </p:notesTextViewPr>
  <p:sorterViewPr>
    <p:cViewPr>
      <p:scale>
        <a:sx n="100" d="100"/>
        <a:sy n="100" d="100"/>
      </p:scale>
      <p:origin x="0" y="-10692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notesMaster" Target="notesMasters/notesMaster1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presProps" Target="presProps.xml"/><Relationship Id="rId5" Type="http://schemas.openxmlformats.org/officeDocument/2006/relationships/slideMaster" Target="slideMasters/slideMaster2.xml"/><Relationship Id="rId10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tags" Target="tags/tag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>
            <a:extLst>
              <a:ext uri="{FF2B5EF4-FFF2-40B4-BE49-F238E27FC236}">
                <a16:creationId xmlns:a16="http://schemas.microsoft.com/office/drawing/2014/main" id="{534073F0-EE76-45DA-B5F9-041D48D306F5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>
            <a:extLst>
              <a:ext uri="{FF2B5EF4-FFF2-40B4-BE49-F238E27FC236}">
                <a16:creationId xmlns:a16="http://schemas.microsoft.com/office/drawing/2014/main" id="{3B9DBE53-7ABC-4BB3-913B-DD80F0A7F673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3E7D27-6D28-4C82-BE63-BF4DEDB38771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4" name="Espace réservé du pied de page 3">
            <a:extLst>
              <a:ext uri="{FF2B5EF4-FFF2-40B4-BE49-F238E27FC236}">
                <a16:creationId xmlns:a16="http://schemas.microsoft.com/office/drawing/2014/main" id="{AB9476A0-71D6-4733-95F9-6DDCAB9C988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Espace réservé du numéro de diapositive 4">
            <a:extLst>
              <a:ext uri="{FF2B5EF4-FFF2-40B4-BE49-F238E27FC236}">
                <a16:creationId xmlns:a16="http://schemas.microsoft.com/office/drawing/2014/main" id="{0FA44580-E431-45A8-9443-76EE971C543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C2932C-1F7D-46CD-88E8-690CD738BE53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329099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513D15E-3E53-48A0-AB0B-563F7D8D3E14}" type="datetimeFigureOut">
              <a:rPr lang="fr-FR" smtClean="0"/>
              <a:t>01/07/2026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8793AF-D662-4169-AFF7-D8D0B71BFB16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1229748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hyperlink" Target="http://www.square-management.com/" TargetMode="External"/><Relationship Id="rId7" Type="http://schemas.openxmlformats.org/officeDocument/2006/relationships/image" Target="../media/image9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square-management.com/" TargetMode="External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Couverture Square Manag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389943-C8F2-6046-B0FB-C7F2941013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79998" y="180001"/>
            <a:ext cx="11831999" cy="6498000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2774E35A-E978-A636-17FD-8572C434FB3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75" y="653675"/>
            <a:ext cx="2756514" cy="1017868"/>
          </a:xfrm>
          <a:prstGeom prst="rect">
            <a:avLst/>
          </a:prstGeom>
        </p:spPr>
      </p:pic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74F4F341-EABD-6403-0390-D9938F94D247}"/>
              </a:ext>
            </a:extLst>
          </p:cNvPr>
          <p:cNvCxnSpPr>
            <a:cxnSpLocks/>
          </p:cNvCxnSpPr>
          <p:nvPr/>
        </p:nvCxnSpPr>
        <p:spPr>
          <a:xfrm>
            <a:off x="179998" y="4067352"/>
            <a:ext cx="513021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Sous-titre 2">
            <a:extLst>
              <a:ext uri="{FF2B5EF4-FFF2-40B4-BE49-F238E27FC236}">
                <a16:creationId xmlns:a16="http://schemas.microsoft.com/office/drawing/2014/main" id="{8254DDF4-EE7B-C664-EB7E-04449616FF69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8521" y="5549122"/>
            <a:ext cx="7921591" cy="6468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/>
              <a:t>Sous-titres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67D09329-7518-F04C-2D7A-0A1B6CE1224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038" y="3760788"/>
            <a:ext cx="7921625" cy="1788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cap="all" baseline="0">
                <a:solidFill>
                  <a:schemeClr val="bg2"/>
                </a:solidFill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179387" indent="0">
              <a:buNone/>
              <a:defRPr>
                <a:solidFill>
                  <a:schemeClr val="bg1"/>
                </a:solidFill>
              </a:defRPr>
            </a:lvl4pPr>
            <a:lvl5pPr marL="35718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" name="Espace réservé du contenu 5">
            <a:extLst>
              <a:ext uri="{FF2B5EF4-FFF2-40B4-BE49-F238E27FC236}">
                <a16:creationId xmlns:a16="http://schemas.microsoft.com/office/drawing/2014/main" id="{5CB680AF-B33F-0168-84E2-FA2630BF3F11}"/>
              </a:ext>
            </a:extLst>
          </p:cNvPr>
          <p:cNvSpPr>
            <a:spLocks noGrp="1"/>
          </p:cNvSpPr>
          <p:nvPr>
            <p:ph sz="quarter" idx="12" hasCustomPrompt="1"/>
          </p:nvPr>
        </p:nvSpPr>
        <p:spPr>
          <a:xfrm>
            <a:off x="8832850" y="662352"/>
            <a:ext cx="2543175" cy="1195387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fr-FR"/>
              <a:t>Logo client</a:t>
            </a:r>
          </a:p>
        </p:txBody>
      </p:sp>
    </p:spTree>
    <p:extLst>
      <p:ext uri="{BB962C8B-B14F-4D97-AF65-F5344CB8AC3E}">
        <p14:creationId xmlns:p14="http://schemas.microsoft.com/office/powerpoint/2010/main" val="2637954263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574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Sommai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5CBBDA9-56AD-3CB8-BC79-BC42B93C46F1}"/>
              </a:ext>
            </a:extLst>
          </p:cNvPr>
          <p:cNvSpPr/>
          <p:nvPr/>
        </p:nvSpPr>
        <p:spPr>
          <a:xfrm>
            <a:off x="-1" y="1414134"/>
            <a:ext cx="12192001" cy="4880339"/>
          </a:xfrm>
          <a:prstGeom prst="rect">
            <a:avLst/>
          </a:prstGeom>
          <a:solidFill>
            <a:schemeClr val="bg1">
              <a:lumMod val="95000"/>
              <a:alpha val="61176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82975" tIns="41488" rIns="82975" bIns="41488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defTabSz="946094" rtl="0"/>
            <a:endParaRPr lang="fr-FR" sz="998">
              <a:solidFill>
                <a:prstClr val="white"/>
              </a:solidFill>
              <a:latin typeface="Calibri"/>
            </a:endParaRPr>
          </a:p>
        </p:txBody>
      </p:sp>
      <p:sp>
        <p:nvSpPr>
          <p:cNvPr id="7" name="Espace réservé du texte 2">
            <a:extLst>
              <a:ext uri="{FF2B5EF4-FFF2-40B4-BE49-F238E27FC236}">
                <a16:creationId xmlns:a16="http://schemas.microsoft.com/office/drawing/2014/main" id="{58C739D8-367C-21E8-427A-D9BDDDF1595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30937" y="1625031"/>
            <a:ext cx="865188" cy="567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01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816E237B-D659-F472-4AD5-81898B985C8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12202" y="1625032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9" name="Espace réservé du texte 2">
            <a:extLst>
              <a:ext uri="{FF2B5EF4-FFF2-40B4-BE49-F238E27FC236}">
                <a16:creationId xmlns:a16="http://schemas.microsoft.com/office/drawing/2014/main" id="{011C010F-FEB4-B095-7A7C-59DE3DA01BAE}"/>
              </a:ext>
            </a:extLst>
          </p:cNvPr>
          <p:cNvSpPr>
            <a:spLocks noGrp="1"/>
          </p:cNvSpPr>
          <p:nvPr>
            <p:ph type="body" idx="14" hasCustomPrompt="1"/>
          </p:nvPr>
        </p:nvSpPr>
        <p:spPr>
          <a:xfrm>
            <a:off x="630937" y="2274467"/>
            <a:ext cx="865188" cy="567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02</a:t>
            </a:r>
          </a:p>
        </p:txBody>
      </p:sp>
      <p:sp>
        <p:nvSpPr>
          <p:cNvPr id="10" name="Espace réservé du texte 10">
            <a:extLst>
              <a:ext uri="{FF2B5EF4-FFF2-40B4-BE49-F238E27FC236}">
                <a16:creationId xmlns:a16="http://schemas.microsoft.com/office/drawing/2014/main" id="{6D868B37-9D93-9DD0-3ECB-72EBE112138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512202" y="2274468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E66EEE92-ED03-5E0E-2216-5481643E1E5B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630937" y="2923903"/>
            <a:ext cx="865188" cy="567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03</a:t>
            </a:r>
          </a:p>
        </p:txBody>
      </p:sp>
      <p:sp>
        <p:nvSpPr>
          <p:cNvPr id="13" name="Espace réservé du texte 10">
            <a:extLst>
              <a:ext uri="{FF2B5EF4-FFF2-40B4-BE49-F238E27FC236}">
                <a16:creationId xmlns:a16="http://schemas.microsoft.com/office/drawing/2014/main" id="{0B6B4AF0-E52E-007C-2C88-0BF62CB134C7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512202" y="2923904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14" name="Espace réservé du texte 2">
            <a:extLst>
              <a:ext uri="{FF2B5EF4-FFF2-40B4-BE49-F238E27FC236}">
                <a16:creationId xmlns:a16="http://schemas.microsoft.com/office/drawing/2014/main" id="{C9A3D29D-1837-1DF8-54CB-16272C66A547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630937" y="3573339"/>
            <a:ext cx="865188" cy="567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04</a:t>
            </a:r>
          </a:p>
        </p:txBody>
      </p:sp>
      <p:sp>
        <p:nvSpPr>
          <p:cNvPr id="25" name="Espace réservé du texte 10">
            <a:extLst>
              <a:ext uri="{FF2B5EF4-FFF2-40B4-BE49-F238E27FC236}">
                <a16:creationId xmlns:a16="http://schemas.microsoft.com/office/drawing/2014/main" id="{988737A3-6059-059D-FDC2-1C3D4B92AF8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12202" y="3573340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26" name="Espace réservé du texte 2">
            <a:extLst>
              <a:ext uri="{FF2B5EF4-FFF2-40B4-BE49-F238E27FC236}">
                <a16:creationId xmlns:a16="http://schemas.microsoft.com/office/drawing/2014/main" id="{330C39E6-A581-EDD9-8C98-A148CE54B891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630937" y="4222775"/>
            <a:ext cx="865188" cy="5670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05</a:t>
            </a:r>
          </a:p>
        </p:txBody>
      </p:sp>
      <p:sp>
        <p:nvSpPr>
          <p:cNvPr id="33" name="Espace réservé du texte 10">
            <a:extLst>
              <a:ext uri="{FF2B5EF4-FFF2-40B4-BE49-F238E27FC236}">
                <a16:creationId xmlns:a16="http://schemas.microsoft.com/office/drawing/2014/main" id="{23868736-A74F-4443-77B7-B4ED6AE676D1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512202" y="4222776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34" name="Espace réservé du texte 2">
            <a:extLst>
              <a:ext uri="{FF2B5EF4-FFF2-40B4-BE49-F238E27FC236}">
                <a16:creationId xmlns:a16="http://schemas.microsoft.com/office/drawing/2014/main" id="{BDD72FE3-5B7F-7EC7-F455-E80B2B2B28F9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630937" y="4872211"/>
            <a:ext cx="865188" cy="5670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06</a:t>
            </a:r>
          </a:p>
        </p:txBody>
      </p:sp>
      <p:sp>
        <p:nvSpPr>
          <p:cNvPr id="35" name="Espace réservé du texte 10">
            <a:extLst>
              <a:ext uri="{FF2B5EF4-FFF2-40B4-BE49-F238E27FC236}">
                <a16:creationId xmlns:a16="http://schemas.microsoft.com/office/drawing/2014/main" id="{737274B3-680C-CAE1-B61C-8E589EBBBB0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512202" y="4872214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36" name="Espace réservé du texte 10">
            <a:extLst>
              <a:ext uri="{FF2B5EF4-FFF2-40B4-BE49-F238E27FC236}">
                <a16:creationId xmlns:a16="http://schemas.microsoft.com/office/drawing/2014/main" id="{0FA651EB-9101-A81E-87F1-D5B177E4470D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660793" y="1625032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  <p:sp>
        <p:nvSpPr>
          <p:cNvPr id="37" name="Espace réservé du texte 10">
            <a:extLst>
              <a:ext uri="{FF2B5EF4-FFF2-40B4-BE49-F238E27FC236}">
                <a16:creationId xmlns:a16="http://schemas.microsoft.com/office/drawing/2014/main" id="{128B39F8-0E9B-4426-6011-DCF510D1DB67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660793" y="2274468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  <p:sp>
        <p:nvSpPr>
          <p:cNvPr id="38" name="Espace réservé du texte 10">
            <a:extLst>
              <a:ext uri="{FF2B5EF4-FFF2-40B4-BE49-F238E27FC236}">
                <a16:creationId xmlns:a16="http://schemas.microsoft.com/office/drawing/2014/main" id="{88809D1E-676D-4360-713D-CFC12FE1C0DF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660793" y="2923904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  <p:sp>
        <p:nvSpPr>
          <p:cNvPr id="39" name="Espace réservé du texte 10">
            <a:extLst>
              <a:ext uri="{FF2B5EF4-FFF2-40B4-BE49-F238E27FC236}">
                <a16:creationId xmlns:a16="http://schemas.microsoft.com/office/drawing/2014/main" id="{3F757E90-B67D-3EC6-4788-B88EE598B4C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660793" y="3573340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  <p:sp>
        <p:nvSpPr>
          <p:cNvPr id="40" name="Espace réservé du texte 10">
            <a:extLst>
              <a:ext uri="{FF2B5EF4-FFF2-40B4-BE49-F238E27FC236}">
                <a16:creationId xmlns:a16="http://schemas.microsoft.com/office/drawing/2014/main" id="{F634371F-ABBF-538D-02F1-863B3076973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660793" y="4222776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  <p:sp>
        <p:nvSpPr>
          <p:cNvPr id="41" name="Espace réservé du texte 10">
            <a:extLst>
              <a:ext uri="{FF2B5EF4-FFF2-40B4-BE49-F238E27FC236}">
                <a16:creationId xmlns:a16="http://schemas.microsoft.com/office/drawing/2014/main" id="{286478A7-3EFA-E2AE-3F50-85D695E4ED3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5660793" y="4872214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  <p:sp>
        <p:nvSpPr>
          <p:cNvPr id="42" name="Espace réservé du contenu 3">
            <a:extLst>
              <a:ext uri="{FF2B5EF4-FFF2-40B4-BE49-F238E27FC236}">
                <a16:creationId xmlns:a16="http://schemas.microsoft.com/office/drawing/2014/main" id="{49E1AAC8-3311-3167-F433-B181AFB2B7FB}"/>
              </a:ext>
            </a:extLst>
          </p:cNvPr>
          <p:cNvSpPr>
            <a:spLocks noGrp="1"/>
          </p:cNvSpPr>
          <p:nvPr>
            <p:ph sz="quarter" idx="33" hasCustomPrompt="1"/>
          </p:nvPr>
        </p:nvSpPr>
        <p:spPr>
          <a:xfrm>
            <a:off x="6524581" y="1625031"/>
            <a:ext cx="5253562" cy="4463659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b="0"/>
            </a:lvl1pPr>
          </a:lstStyle>
          <a:p>
            <a:pPr lvl="0"/>
            <a:r>
              <a:rPr lang="fr-FR"/>
              <a:t>Glissez une image ici</a:t>
            </a:r>
          </a:p>
        </p:txBody>
      </p:sp>
      <p:sp>
        <p:nvSpPr>
          <p:cNvPr id="3" name="Espace réservé du titre 1">
            <a:extLst>
              <a:ext uri="{FF2B5EF4-FFF2-40B4-BE49-F238E27FC236}">
                <a16:creationId xmlns:a16="http://schemas.microsoft.com/office/drawing/2014/main" id="{E2756C88-8595-5325-6220-A68CE37C830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269" y="281487"/>
            <a:ext cx="9718899" cy="4454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sz="2400"/>
            </a:lvl1pPr>
          </a:lstStyle>
          <a:p>
            <a:r>
              <a:rPr lang="fr-FR" noProof="0"/>
              <a:t>Titre</a:t>
            </a: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DE7E7464-AAB4-956C-2454-43EFF13C6C91}"/>
              </a:ext>
            </a:extLst>
          </p:cNvPr>
          <p:cNvCxnSpPr>
            <a:cxnSpLocks/>
          </p:cNvCxnSpPr>
          <p:nvPr/>
        </p:nvCxnSpPr>
        <p:spPr>
          <a:xfrm>
            <a:off x="377427" y="1147112"/>
            <a:ext cx="96209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Espace réservé du texte 2">
            <a:extLst>
              <a:ext uri="{FF2B5EF4-FFF2-40B4-BE49-F238E27FC236}">
                <a16:creationId xmlns:a16="http://schemas.microsoft.com/office/drawing/2014/main" id="{B4ACF17F-6BA2-1FA3-902B-C9596F297EA9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630937" y="5521651"/>
            <a:ext cx="865188" cy="567040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07</a:t>
            </a:r>
          </a:p>
        </p:txBody>
      </p:sp>
      <p:sp>
        <p:nvSpPr>
          <p:cNvPr id="11" name="Espace réservé du texte 10">
            <a:extLst>
              <a:ext uri="{FF2B5EF4-FFF2-40B4-BE49-F238E27FC236}">
                <a16:creationId xmlns:a16="http://schemas.microsoft.com/office/drawing/2014/main" id="{581537B7-BD6C-AD12-76E1-59699F8C9058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1512202" y="5521654"/>
            <a:ext cx="4163971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Titre</a:t>
            </a:r>
          </a:p>
        </p:txBody>
      </p:sp>
      <p:sp>
        <p:nvSpPr>
          <p:cNvPr id="15" name="Espace réservé du texte 10">
            <a:extLst>
              <a:ext uri="{FF2B5EF4-FFF2-40B4-BE49-F238E27FC236}">
                <a16:creationId xmlns:a16="http://schemas.microsoft.com/office/drawing/2014/main" id="{7965BB5D-4CB2-FD55-EBA6-5475E64E25C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5660793" y="5521654"/>
            <a:ext cx="589339" cy="567037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r">
              <a:buNone/>
              <a:defRPr sz="1100" b="0" cap="all" baseline="0">
                <a:solidFill>
                  <a:schemeClr val="tx1"/>
                </a:solidFill>
              </a:defRPr>
            </a:lvl1pPr>
            <a:lvl2pPr>
              <a:defRPr sz="1500" b="0">
                <a:solidFill>
                  <a:srgbClr val="00B050"/>
                </a:solidFill>
              </a:defRPr>
            </a:lvl2pPr>
            <a:lvl3pPr>
              <a:defRPr sz="1500" b="0">
                <a:solidFill>
                  <a:srgbClr val="00B050"/>
                </a:solidFill>
              </a:defRPr>
            </a:lvl3pPr>
            <a:lvl4pPr>
              <a:defRPr sz="1500" b="0">
                <a:solidFill>
                  <a:srgbClr val="00B050"/>
                </a:solidFill>
              </a:defRPr>
            </a:lvl4pPr>
            <a:lvl5pPr>
              <a:defRPr sz="1500" b="0">
                <a:solidFill>
                  <a:srgbClr val="00B050"/>
                </a:solidFill>
              </a:defRPr>
            </a:lvl5pPr>
          </a:lstStyle>
          <a:p>
            <a:pPr lvl="0"/>
            <a:r>
              <a:rPr lang="fr-FR" noProof="0"/>
              <a:t>NN</a:t>
            </a:r>
          </a:p>
        </p:txBody>
      </p:sp>
    </p:spTree>
    <p:extLst>
      <p:ext uri="{BB962C8B-B14F-4D97-AF65-F5344CB8AC3E}">
        <p14:creationId xmlns:p14="http://schemas.microsoft.com/office/powerpoint/2010/main" val="1938520155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Intercalaire Square Managem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F5412AB6-7FD5-460F-B722-2C4F455C05A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08037" y="1967019"/>
            <a:ext cx="2371097" cy="1613008"/>
          </a:xfrm>
          <a:prstGeom prst="rect">
            <a:avLst/>
          </a:prstGeom>
          <a:ln>
            <a:noFill/>
          </a:ln>
        </p:spPr>
        <p:txBody>
          <a:bodyPr lIns="0" rIns="0" anchor="ctr">
            <a:noAutofit/>
          </a:bodyPr>
          <a:lstStyle>
            <a:lvl1pPr algn="l">
              <a:defRPr sz="12000" b="0">
                <a:solidFill>
                  <a:schemeClr val="bg2"/>
                </a:solidFill>
              </a:defRPr>
            </a:lvl1pPr>
          </a:lstStyle>
          <a:p>
            <a:r>
              <a:rPr lang="fr-FR" noProof="0"/>
              <a:t>01</a:t>
            </a:r>
          </a:p>
        </p:txBody>
      </p:sp>
      <p:sp>
        <p:nvSpPr>
          <p:cNvPr id="3" name="Espace réservé du texte 2">
            <a:extLst>
              <a:ext uri="{FF2B5EF4-FFF2-40B4-BE49-F238E27FC236}">
                <a16:creationId xmlns:a16="http://schemas.microsoft.com/office/drawing/2014/main" id="{461ED590-E3E6-4DF4-9162-2A904771452D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08037" y="3760788"/>
            <a:ext cx="9781507" cy="688207"/>
          </a:xfrm>
          <a:prstGeom prst="rect">
            <a:avLst/>
          </a:prstGeom>
          <a:ln>
            <a:noFill/>
          </a:ln>
        </p:spPr>
        <p:txBody>
          <a:bodyPr anchor="t">
            <a:noAutofit/>
          </a:bodyPr>
          <a:lstStyle>
            <a:lvl1pPr marL="0" indent="0" algn="l">
              <a:buNone/>
              <a:defRPr sz="32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Titre 1 de la section</a:t>
            </a:r>
          </a:p>
        </p:txBody>
      </p:sp>
      <p:sp>
        <p:nvSpPr>
          <p:cNvPr id="12" name="Espace réservé du texte 2">
            <a:extLst>
              <a:ext uri="{FF2B5EF4-FFF2-40B4-BE49-F238E27FC236}">
                <a16:creationId xmlns:a16="http://schemas.microsoft.com/office/drawing/2014/main" id="{CA4F8F8E-AFAF-902F-1EA0-ECA4582D751D}"/>
              </a:ext>
            </a:extLst>
          </p:cNvPr>
          <p:cNvSpPr>
            <a:spLocks noGrp="1"/>
          </p:cNvSpPr>
          <p:nvPr>
            <p:ph type="body" idx="10" hasCustomPrompt="1"/>
          </p:nvPr>
        </p:nvSpPr>
        <p:spPr>
          <a:xfrm>
            <a:off x="2052304" y="4470261"/>
            <a:ext cx="8537240" cy="796901"/>
          </a:xfrm>
          <a:prstGeom prst="rect">
            <a:avLst/>
          </a:prstGeom>
          <a:ln>
            <a:noFill/>
          </a:ln>
        </p:spPr>
        <p:txBody>
          <a:bodyPr anchor="ctr">
            <a:noAutofit/>
          </a:bodyPr>
          <a:lstStyle>
            <a:lvl1pPr marL="0" indent="0" algn="l">
              <a:buNone/>
              <a:defRPr sz="2800" b="1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noProof="0"/>
              <a:t>Titre 2 de la section</a:t>
            </a: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324A079-2A92-3ED9-446F-0DC74E761573}"/>
              </a:ext>
            </a:extLst>
          </p:cNvPr>
          <p:cNvCxnSpPr>
            <a:cxnSpLocks/>
          </p:cNvCxnSpPr>
          <p:nvPr/>
        </p:nvCxnSpPr>
        <p:spPr>
          <a:xfrm>
            <a:off x="179998" y="4067352"/>
            <a:ext cx="513021" cy="0"/>
          </a:xfrm>
          <a:prstGeom prst="line">
            <a:avLst/>
          </a:prstGeom>
          <a:ln w="381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Espace réservé du texte 9">
            <a:extLst>
              <a:ext uri="{FF2B5EF4-FFF2-40B4-BE49-F238E27FC236}">
                <a16:creationId xmlns:a16="http://schemas.microsoft.com/office/drawing/2014/main" id="{3DAB2095-4286-F29C-503D-FDF3A3B096A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808037" y="4470261"/>
            <a:ext cx="1244267" cy="79690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2800" b="1" i="0">
                <a:solidFill>
                  <a:schemeClr val="bg2"/>
                </a:solidFill>
              </a:defRPr>
            </a:lvl1pPr>
            <a:lvl2pPr algn="ctr">
              <a:defRPr/>
            </a:lvl2pPr>
            <a:lvl3pPr algn="ctr">
              <a:defRPr/>
            </a:lvl3pPr>
            <a:lvl4pPr algn="ctr">
              <a:defRPr/>
            </a:lvl4pPr>
            <a:lvl5pPr algn="ctr">
              <a:defRPr/>
            </a:lvl5pPr>
          </a:lstStyle>
          <a:p>
            <a:pPr lvl="0"/>
            <a:r>
              <a:rPr lang="fr-FR"/>
              <a:t>01.1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CE44B6E2-D108-09AC-B948-9CBA54CD99DC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1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38" b="-1605"/>
          <a:stretch/>
        </p:blipFill>
        <p:spPr>
          <a:xfrm rot="19903086">
            <a:off x="10323507" y="-642781"/>
            <a:ext cx="3303041" cy="3366038"/>
          </a:xfrm>
          <a:prstGeom prst="rect">
            <a:avLst/>
          </a:prstGeom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894D8837-31FF-F136-6FA8-BB74F138CE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427" y="6376883"/>
            <a:ext cx="3427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822515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hf hdr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re 1 ligne -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6FAD069-BC9D-4532-BD41-01A074F987D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0268" y="765725"/>
            <a:ext cx="9718899" cy="29750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Sous-titre</a:t>
            </a:r>
          </a:p>
        </p:txBody>
      </p:sp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08A08B9D-5F49-5E45-9630-3E29FBE3D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269" y="281487"/>
            <a:ext cx="9718899" cy="4454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sz="2400"/>
            </a:lvl1pPr>
          </a:lstStyle>
          <a:p>
            <a:r>
              <a:rPr lang="fr-FR" noProof="0"/>
              <a:t>Titre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C968AD02-6F9B-6433-62CC-B7603AA81FF0}"/>
              </a:ext>
            </a:extLst>
          </p:cNvPr>
          <p:cNvCxnSpPr>
            <a:cxnSpLocks/>
          </p:cNvCxnSpPr>
          <p:nvPr/>
        </p:nvCxnSpPr>
        <p:spPr>
          <a:xfrm>
            <a:off x="377427" y="1147112"/>
            <a:ext cx="96209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964114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84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re 1 ligne - Sous Titre -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6FAD069-BC9D-4532-BD41-01A074F987D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0268" y="765725"/>
            <a:ext cx="9718899" cy="29750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Sous-titre</a:t>
            </a:r>
          </a:p>
        </p:txBody>
      </p:sp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08A08B9D-5F49-5E45-9630-3E29FBE3D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269" y="281487"/>
            <a:ext cx="9718899" cy="4454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sz="2400"/>
            </a:lvl1pPr>
          </a:lstStyle>
          <a:p>
            <a:r>
              <a:rPr lang="fr-FR" noProof="0"/>
              <a:t>Titre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D4BA355-7A0C-CF44-5CA8-17E8204DB35B}"/>
              </a:ext>
            </a:extLst>
          </p:cNvPr>
          <p:cNvCxnSpPr>
            <a:cxnSpLocks/>
          </p:cNvCxnSpPr>
          <p:nvPr/>
        </p:nvCxnSpPr>
        <p:spPr>
          <a:xfrm>
            <a:off x="377427" y="1147112"/>
            <a:ext cx="96209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ZoneTexte 5">
            <a:extLst>
              <a:ext uri="{FF2B5EF4-FFF2-40B4-BE49-F238E27FC236}">
                <a16:creationId xmlns:a16="http://schemas.microsoft.com/office/drawing/2014/main" id="{B6DD6217-EE9C-4F73-E8F1-7D846C7D7C81}"/>
              </a:ext>
            </a:extLst>
          </p:cNvPr>
          <p:cNvSpPr txBox="1"/>
          <p:nvPr/>
        </p:nvSpPr>
        <p:spPr>
          <a:xfrm>
            <a:off x="747121" y="6435764"/>
            <a:ext cx="647331" cy="225136"/>
          </a:xfrm>
          <a:prstGeom prst="rect">
            <a:avLst/>
          </a:prstGeom>
        </p:spPr>
        <p:txBody>
          <a:bodyPr/>
          <a:lstStyle>
            <a:lvl1pPr lvl="0" indent="0" algn="just">
              <a:lnSpc>
                <a:spcPct val="100000"/>
              </a:lnSpc>
              <a:spcBef>
                <a:spcPts val="0"/>
              </a:spcBef>
              <a:buFont typeface="Wingdings" pitchFamily="2" charset="2"/>
              <a:buNone/>
              <a:defRPr sz="700" b="0" i="0">
                <a:solidFill>
                  <a:schemeClr val="bg1">
                    <a:lumMod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0" indent="0" algn="just">
              <a:lnSpc>
                <a:spcPct val="100000"/>
              </a:lnSpc>
              <a:spcBef>
                <a:spcPts val="1100"/>
              </a:spcBef>
              <a:buFont typeface="Wingdings" pitchFamily="2" charset="2"/>
              <a:buNone/>
              <a:defRPr sz="8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2pPr>
            <a:lvl3pPr marL="273050" indent="-273050" algn="just">
              <a:lnSpc>
                <a:spcPct val="100000"/>
              </a:lnSpc>
              <a:spcBef>
                <a:spcPts val="800"/>
              </a:spcBef>
              <a:buFont typeface="Wingdings" pitchFamily="2" charset="2"/>
              <a:buChar char="§"/>
              <a:tabLst/>
              <a:defRPr sz="8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3pPr>
            <a:lvl4pPr marL="447675" indent="-268288" algn="just">
              <a:lnSpc>
                <a:spcPct val="100000"/>
              </a:lnSpc>
              <a:spcBef>
                <a:spcPts val="500"/>
              </a:spcBef>
              <a:buSzPct val="100000"/>
              <a:buFont typeface="Lucida Grande" panose="020B0600040502020204" pitchFamily="34" charset="0"/>
              <a:buChar char="▫"/>
              <a:tabLst/>
              <a:defRPr sz="8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4pPr>
            <a:lvl5pPr marL="622300" indent="-265113" algn="just">
              <a:lnSpc>
                <a:spcPct val="100000"/>
              </a:lnSpc>
              <a:spcBef>
                <a:spcPts val="500"/>
              </a:spcBef>
              <a:buFont typeface="Police système"/>
              <a:buChar char="-"/>
              <a:tabLst/>
              <a:defRPr sz="800" b="0" i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5pPr>
            <a:lvl6pPr marL="804863" indent="-265113" algn="just">
              <a:lnSpc>
                <a:spcPct val="90000"/>
              </a:lnSpc>
              <a:spcBef>
                <a:spcPts val="500"/>
              </a:spcBef>
              <a:buFont typeface="Police système"/>
              <a:buChar char="-"/>
              <a:tabLst/>
              <a:defRPr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6pPr>
            <a:lvl7pPr marL="979488" indent="-265113" algn="just">
              <a:lnSpc>
                <a:spcPct val="90000"/>
              </a:lnSpc>
              <a:spcBef>
                <a:spcPts val="500"/>
              </a:spcBef>
              <a:buFont typeface="Police système"/>
              <a:buChar char="-"/>
              <a:tabLst/>
              <a:defRPr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7pPr>
            <a:lvl8pPr marL="1155700" indent="-266700">
              <a:lnSpc>
                <a:spcPct val="90000"/>
              </a:lnSpc>
              <a:spcBef>
                <a:spcPts val="500"/>
              </a:spcBef>
              <a:buFont typeface="Police système"/>
              <a:buChar char="-"/>
              <a:tabLst/>
              <a:defRPr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8pPr>
            <a:lvl9pPr marL="1347788" indent="-276225">
              <a:lnSpc>
                <a:spcPct val="90000"/>
              </a:lnSpc>
              <a:spcBef>
                <a:spcPts val="500"/>
              </a:spcBef>
              <a:buFont typeface="Police système"/>
              <a:buChar char="-"/>
              <a:tabLst/>
              <a:defRPr sz="110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defRPr>
            </a:lvl9pPr>
          </a:lstStyle>
          <a:p>
            <a:pPr lvl="0" algn="l"/>
            <a:r>
              <a:rPr lang="fr-FR" sz="800"/>
              <a:t>Notes :</a:t>
            </a:r>
          </a:p>
        </p:txBody>
      </p: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3E3476-F8F7-D905-E609-46A03A04DC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0960" y="6435763"/>
            <a:ext cx="9250842" cy="2045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813073256"/>
      </p:ext>
    </p:extLst>
  </p:cSld>
  <p:clrMapOvr>
    <a:masterClrMapping/>
  </p:clrMapOvr>
  <p:hf hdr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Référen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6FAD069-BC9D-4532-BD41-01A074F987D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0268" y="765725"/>
            <a:ext cx="9718899" cy="29750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Sous-titre</a:t>
            </a:r>
          </a:p>
        </p:txBody>
      </p:sp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08A08B9D-5F49-5E45-9630-3E29FBE3D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269" y="281487"/>
            <a:ext cx="9718899" cy="4454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sz="2400"/>
            </a:lvl1pPr>
          </a:lstStyle>
          <a:p>
            <a:r>
              <a:rPr lang="fr-FR" noProof="0"/>
              <a:t>Titre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5FC6655C-FAD7-A798-3DA2-AFA8C3B132EC}"/>
              </a:ext>
            </a:extLst>
          </p:cNvPr>
          <p:cNvSpPr/>
          <p:nvPr/>
        </p:nvSpPr>
        <p:spPr>
          <a:xfrm>
            <a:off x="0" y="3795824"/>
            <a:ext cx="12192000" cy="254645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fr-FR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 defTabSz="414772">
              <a:buFont typeface="Arial" panose="020B0604020202020204" pitchFamily="34" charset="0"/>
              <a:buNone/>
            </a:pPr>
            <a:endParaRPr lang="en-US" sz="1270">
              <a:solidFill>
                <a:prstClr val="white"/>
              </a:solidFill>
              <a:latin typeface="Bitter Medium" pitchFamily="2" charset="0"/>
            </a:endParaRPr>
          </a:p>
        </p:txBody>
      </p:sp>
      <p:sp>
        <p:nvSpPr>
          <p:cNvPr id="34" name="Espace réservé du texte 33">
            <a:extLst>
              <a:ext uri="{FF2B5EF4-FFF2-40B4-BE49-F238E27FC236}">
                <a16:creationId xmlns:a16="http://schemas.microsoft.com/office/drawing/2014/main" id="{D9EB79C1-A733-6920-0413-87BA3A48173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35073" y="2122554"/>
            <a:ext cx="5049692" cy="3000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0" indent="0">
              <a:buNone/>
              <a:defRPr sz="1100" b="0"/>
            </a:lvl2pPr>
            <a:lvl3pPr marL="0" indent="0">
              <a:buNone/>
              <a:defRPr sz="1100" b="0"/>
            </a:lvl3pPr>
            <a:lvl4pPr marL="179387" indent="0">
              <a:buNone/>
              <a:defRPr sz="1100" b="0"/>
            </a:lvl4pPr>
            <a:lvl5pPr marL="357187" indent="0">
              <a:buNone/>
              <a:defRPr sz="1100" b="0"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6" name="Espace réservé du texte 35">
            <a:extLst>
              <a:ext uri="{FF2B5EF4-FFF2-40B4-BE49-F238E27FC236}">
                <a16:creationId xmlns:a16="http://schemas.microsoft.com/office/drawing/2014/main" id="{0413A884-E458-AD7A-72F9-7924EC87E260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5000" y="2443707"/>
            <a:ext cx="5049838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/>
            </a:lvl1pPr>
            <a:lvl2pPr marL="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7" name="Espace réservé du texte 33">
            <a:extLst>
              <a:ext uri="{FF2B5EF4-FFF2-40B4-BE49-F238E27FC236}">
                <a16:creationId xmlns:a16="http://schemas.microsoft.com/office/drawing/2014/main" id="{A067A486-A023-F516-F5C7-D8E5F9BA064E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97055" y="2122554"/>
            <a:ext cx="5049692" cy="3000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0" indent="0">
              <a:buNone/>
              <a:defRPr sz="1100" b="0"/>
            </a:lvl2pPr>
            <a:lvl3pPr marL="0" indent="0">
              <a:buNone/>
              <a:defRPr sz="1100" b="0"/>
            </a:lvl3pPr>
            <a:lvl4pPr marL="179387" indent="0">
              <a:buNone/>
              <a:defRPr sz="1100" b="0"/>
            </a:lvl4pPr>
            <a:lvl5pPr marL="357187" indent="0">
              <a:buNone/>
              <a:defRPr sz="1100" b="0"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38" name="Espace réservé du texte 35">
            <a:extLst>
              <a:ext uri="{FF2B5EF4-FFF2-40B4-BE49-F238E27FC236}">
                <a16:creationId xmlns:a16="http://schemas.microsoft.com/office/drawing/2014/main" id="{D722CC59-DCC3-0177-6AB8-26617C1A0F4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6596982" y="2443707"/>
            <a:ext cx="5049838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/>
            </a:lvl1pPr>
            <a:lvl2pPr marL="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39" name="Espace réservé du texte 33">
            <a:extLst>
              <a:ext uri="{FF2B5EF4-FFF2-40B4-BE49-F238E27FC236}">
                <a16:creationId xmlns:a16="http://schemas.microsoft.com/office/drawing/2014/main" id="{92911F22-FD84-520B-5598-B1C6C12D7E95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597055" y="4647147"/>
            <a:ext cx="5049692" cy="3000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0" indent="0">
              <a:buNone/>
              <a:defRPr sz="1100" b="0"/>
            </a:lvl2pPr>
            <a:lvl3pPr marL="0" indent="0">
              <a:buNone/>
              <a:defRPr sz="1100" b="0"/>
            </a:lvl3pPr>
            <a:lvl4pPr marL="179387" indent="0">
              <a:buNone/>
              <a:defRPr sz="1100" b="0"/>
            </a:lvl4pPr>
            <a:lvl5pPr marL="357187" indent="0">
              <a:buNone/>
              <a:defRPr sz="1100" b="0"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0" name="Espace réservé du texte 35">
            <a:extLst>
              <a:ext uri="{FF2B5EF4-FFF2-40B4-BE49-F238E27FC236}">
                <a16:creationId xmlns:a16="http://schemas.microsoft.com/office/drawing/2014/main" id="{885FBE5B-9F76-4A99-CCCB-D00008210A4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6596982" y="4968300"/>
            <a:ext cx="5049838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/>
            </a:lvl1pPr>
            <a:lvl2pPr marL="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1" name="Espace réservé du texte 33">
            <a:extLst>
              <a:ext uri="{FF2B5EF4-FFF2-40B4-BE49-F238E27FC236}">
                <a16:creationId xmlns:a16="http://schemas.microsoft.com/office/drawing/2014/main" id="{67815956-24A9-2AAA-BCC3-5D588CDF90A2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5073" y="4647147"/>
            <a:ext cx="5049692" cy="300036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 b="1"/>
            </a:lvl1pPr>
            <a:lvl2pPr marL="0" indent="0">
              <a:buNone/>
              <a:defRPr sz="1100" b="0"/>
            </a:lvl2pPr>
            <a:lvl3pPr marL="0" indent="0">
              <a:buNone/>
              <a:defRPr sz="1100" b="0"/>
            </a:lvl3pPr>
            <a:lvl4pPr marL="179387" indent="0">
              <a:buNone/>
              <a:defRPr sz="1100" b="0"/>
            </a:lvl4pPr>
            <a:lvl5pPr marL="357187" indent="0">
              <a:buNone/>
              <a:defRPr sz="1100" b="0"/>
            </a:lvl5pPr>
          </a:lstStyle>
          <a:p>
            <a:pPr lvl="0"/>
            <a:r>
              <a:rPr lang="fr-FR"/>
              <a:t>TITRE</a:t>
            </a:r>
          </a:p>
        </p:txBody>
      </p:sp>
      <p:sp>
        <p:nvSpPr>
          <p:cNvPr id="42" name="Espace réservé du texte 35">
            <a:extLst>
              <a:ext uri="{FF2B5EF4-FFF2-40B4-BE49-F238E27FC236}">
                <a16:creationId xmlns:a16="http://schemas.microsoft.com/office/drawing/2014/main" id="{0B688176-8D39-5F5F-D8F9-89CB3F87C095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635000" y="4968300"/>
            <a:ext cx="5049838" cy="12509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900" b="0"/>
            </a:lvl1pPr>
            <a:lvl2pPr marL="0" indent="0">
              <a:buNone/>
              <a:defRPr/>
            </a:lvl2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sp>
        <p:nvSpPr>
          <p:cNvPr id="46" name="Espace réservé pour une image  45">
            <a:extLst>
              <a:ext uri="{FF2B5EF4-FFF2-40B4-BE49-F238E27FC236}">
                <a16:creationId xmlns:a16="http://schemas.microsoft.com/office/drawing/2014/main" id="{B22CCE9A-B3E8-8D03-79A5-31CFE0CA3A70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2251075" y="1429577"/>
            <a:ext cx="1817688" cy="602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7" name="Espace réservé pour une image  45">
            <a:extLst>
              <a:ext uri="{FF2B5EF4-FFF2-40B4-BE49-F238E27FC236}">
                <a16:creationId xmlns:a16="http://schemas.microsoft.com/office/drawing/2014/main" id="{90AD1571-8302-1692-B8D7-D508EDB4542D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213057" y="1429577"/>
            <a:ext cx="1817688" cy="602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8" name="Espace réservé pour une image  45">
            <a:extLst>
              <a:ext uri="{FF2B5EF4-FFF2-40B4-BE49-F238E27FC236}">
                <a16:creationId xmlns:a16="http://schemas.microsoft.com/office/drawing/2014/main" id="{4EA43885-3075-E554-474F-ACA3FB20A50E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213057" y="3947697"/>
            <a:ext cx="1817688" cy="602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fr-FR"/>
              <a:t>Cliquez sur l'icône pour ajouter une image</a:t>
            </a:r>
          </a:p>
        </p:txBody>
      </p:sp>
      <p:sp>
        <p:nvSpPr>
          <p:cNvPr id="49" name="Espace réservé pour une image  45">
            <a:extLst>
              <a:ext uri="{FF2B5EF4-FFF2-40B4-BE49-F238E27FC236}">
                <a16:creationId xmlns:a16="http://schemas.microsoft.com/office/drawing/2014/main" id="{48955079-F43C-52FA-B807-D1A470734F38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2251075" y="3947697"/>
            <a:ext cx="1817688" cy="60245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1000" b="0"/>
            </a:lvl1pPr>
          </a:lstStyle>
          <a:p>
            <a:r>
              <a:rPr lang="fr-FR"/>
              <a:t>Cliquez sur l'icône pour ajouter une image</a:t>
            </a:r>
          </a:p>
        </p:txBody>
      </p:sp>
      <p:cxnSp>
        <p:nvCxnSpPr>
          <p:cNvPr id="2" name="Connecteur droit 1">
            <a:extLst>
              <a:ext uri="{FF2B5EF4-FFF2-40B4-BE49-F238E27FC236}">
                <a16:creationId xmlns:a16="http://schemas.microsoft.com/office/drawing/2014/main" id="{2EAEAE65-41FB-9FD9-C676-F5689C5C2C4A}"/>
              </a:ext>
            </a:extLst>
          </p:cNvPr>
          <p:cNvCxnSpPr>
            <a:cxnSpLocks/>
          </p:cNvCxnSpPr>
          <p:nvPr/>
        </p:nvCxnSpPr>
        <p:spPr>
          <a:xfrm>
            <a:off x="377427" y="1147112"/>
            <a:ext cx="96209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32405159"/>
      </p:ext>
    </p:extLst>
  </p:cSld>
  <p:clrMapOvr>
    <a:masterClrMapping/>
  </p:clrMapOvr>
  <p:hf hdr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C FR Square Management_p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B37AE8F1-C79E-9E39-B4A8-39A69DBA901A}"/>
              </a:ext>
            </a:extLst>
          </p:cNvPr>
          <p:cNvSpPr/>
          <p:nvPr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>
              <a:latin typeface="+mj-lt"/>
            </a:endParaRPr>
          </a:p>
        </p:txBody>
      </p: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35CBD63-4577-38A0-1BEF-0FC8B90849B3}"/>
              </a:ext>
            </a:extLst>
          </p:cNvPr>
          <p:cNvCxnSpPr>
            <a:cxnSpLocks/>
          </p:cNvCxnSpPr>
          <p:nvPr/>
        </p:nvCxnSpPr>
        <p:spPr>
          <a:xfrm>
            <a:off x="233228" y="4657802"/>
            <a:ext cx="127058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56C39981-6FCE-F150-F658-B94F1E0C8BEC}"/>
              </a:ext>
            </a:extLst>
          </p:cNvPr>
          <p:cNvCxnSpPr>
            <a:cxnSpLocks/>
          </p:cNvCxnSpPr>
          <p:nvPr/>
        </p:nvCxnSpPr>
        <p:spPr>
          <a:xfrm>
            <a:off x="3227378" y="2678714"/>
            <a:ext cx="112271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eur droit 8">
            <a:extLst>
              <a:ext uri="{FF2B5EF4-FFF2-40B4-BE49-F238E27FC236}">
                <a16:creationId xmlns:a16="http://schemas.microsoft.com/office/drawing/2014/main" id="{98B23AB3-3600-7C30-693F-5821BD4857C5}"/>
              </a:ext>
            </a:extLst>
          </p:cNvPr>
          <p:cNvCxnSpPr>
            <a:cxnSpLocks/>
          </p:cNvCxnSpPr>
          <p:nvPr/>
        </p:nvCxnSpPr>
        <p:spPr>
          <a:xfrm>
            <a:off x="3246090" y="2342207"/>
            <a:ext cx="8412502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Connecteur droit 9">
            <a:extLst>
              <a:ext uri="{FF2B5EF4-FFF2-40B4-BE49-F238E27FC236}">
                <a16:creationId xmlns:a16="http://schemas.microsoft.com/office/drawing/2014/main" id="{6F6AA9B2-522E-790C-3424-BD0E4296D58F}"/>
              </a:ext>
            </a:extLst>
          </p:cNvPr>
          <p:cNvCxnSpPr>
            <a:cxnSpLocks/>
          </p:cNvCxnSpPr>
          <p:nvPr/>
        </p:nvCxnSpPr>
        <p:spPr>
          <a:xfrm>
            <a:off x="6388867" y="5695162"/>
            <a:ext cx="1352673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10">
            <a:extLst>
              <a:ext uri="{FF2B5EF4-FFF2-40B4-BE49-F238E27FC236}">
                <a16:creationId xmlns:a16="http://schemas.microsoft.com/office/drawing/2014/main" id="{0130834F-4D01-8F06-9CAC-86D9A2BC1084}"/>
              </a:ext>
            </a:extLst>
          </p:cNvPr>
          <p:cNvCxnSpPr>
            <a:cxnSpLocks/>
          </p:cNvCxnSpPr>
          <p:nvPr/>
        </p:nvCxnSpPr>
        <p:spPr>
          <a:xfrm>
            <a:off x="9266274" y="4511730"/>
            <a:ext cx="82573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1">
            <a:extLst>
              <a:ext uri="{FF2B5EF4-FFF2-40B4-BE49-F238E27FC236}">
                <a16:creationId xmlns:a16="http://schemas.microsoft.com/office/drawing/2014/main" id="{840CB7E1-2270-F380-CDFB-625BC42CD8DE}"/>
              </a:ext>
            </a:extLst>
          </p:cNvPr>
          <p:cNvSpPr/>
          <p:nvPr/>
        </p:nvSpPr>
        <p:spPr>
          <a:xfrm>
            <a:off x="3128522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EXPERTISES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D0F8FC8-4F16-CBB4-ADD1-E9D75B1E2F67}"/>
              </a:ext>
            </a:extLst>
          </p:cNvPr>
          <p:cNvSpPr/>
          <p:nvPr/>
        </p:nvSpPr>
        <p:spPr>
          <a:xfrm>
            <a:off x="6291263" y="5461136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PUBLICATIONS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C7F81F1-F0AF-43DD-9B6A-DCB8B613AEA4}"/>
              </a:ext>
            </a:extLst>
          </p:cNvPr>
          <p:cNvSpPr/>
          <p:nvPr/>
        </p:nvSpPr>
        <p:spPr>
          <a:xfrm>
            <a:off x="6291263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SECTEURS / CLIENTS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B7497B1-9FD9-6A3D-AE97-A0273B7A6949}"/>
              </a:ext>
            </a:extLst>
          </p:cNvPr>
          <p:cNvSpPr/>
          <p:nvPr/>
        </p:nvSpPr>
        <p:spPr>
          <a:xfrm>
            <a:off x="9163049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OUTILS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CD3F645B-298C-4503-A34D-19278A6D6D3D}"/>
              </a:ext>
            </a:extLst>
          </p:cNvPr>
          <p:cNvSpPr/>
          <p:nvPr/>
        </p:nvSpPr>
        <p:spPr>
          <a:xfrm>
            <a:off x="9163049" y="4277997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LANGUES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71102F4B-C05F-9121-DC21-118FCE069080}"/>
              </a:ext>
            </a:extLst>
          </p:cNvPr>
          <p:cNvSpPr/>
          <p:nvPr/>
        </p:nvSpPr>
        <p:spPr>
          <a:xfrm>
            <a:off x="151340" y="4426646"/>
            <a:ext cx="2094546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FORMATIONS</a:t>
            </a:r>
          </a:p>
        </p:txBody>
      </p: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CE4D018B-6996-0361-A9C4-18D3094CFBF1}"/>
              </a:ext>
            </a:extLst>
          </p:cNvPr>
          <p:cNvCxnSpPr>
            <a:cxnSpLocks/>
          </p:cNvCxnSpPr>
          <p:nvPr/>
        </p:nvCxnSpPr>
        <p:spPr>
          <a:xfrm>
            <a:off x="6141835" y="2454070"/>
            <a:ext cx="0" cy="4279908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97BA1690-87BA-275B-5232-6AB83D7EBE26}"/>
              </a:ext>
            </a:extLst>
          </p:cNvPr>
          <p:cNvCxnSpPr>
            <a:cxnSpLocks/>
          </p:cNvCxnSpPr>
          <p:nvPr/>
        </p:nvCxnSpPr>
        <p:spPr>
          <a:xfrm>
            <a:off x="6388867" y="2678714"/>
            <a:ext cx="196237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19">
            <a:extLst>
              <a:ext uri="{FF2B5EF4-FFF2-40B4-BE49-F238E27FC236}">
                <a16:creationId xmlns:a16="http://schemas.microsoft.com/office/drawing/2014/main" id="{6A355BA3-F15B-7D8E-5602-C63912EB30DB}"/>
              </a:ext>
            </a:extLst>
          </p:cNvPr>
          <p:cNvCxnSpPr>
            <a:cxnSpLocks/>
          </p:cNvCxnSpPr>
          <p:nvPr/>
        </p:nvCxnSpPr>
        <p:spPr>
          <a:xfrm>
            <a:off x="9266274" y="2678714"/>
            <a:ext cx="66317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Connecteur droit 20">
            <a:extLst>
              <a:ext uri="{FF2B5EF4-FFF2-40B4-BE49-F238E27FC236}">
                <a16:creationId xmlns:a16="http://schemas.microsoft.com/office/drawing/2014/main" id="{AF0B6453-DB24-A00A-8DA4-E1C3F3471DD6}"/>
              </a:ext>
            </a:extLst>
          </p:cNvPr>
          <p:cNvCxnSpPr>
            <a:cxnSpLocks/>
          </p:cNvCxnSpPr>
          <p:nvPr/>
        </p:nvCxnSpPr>
        <p:spPr>
          <a:xfrm>
            <a:off x="9054835" y="2454070"/>
            <a:ext cx="0" cy="300706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Connecteur droit 21">
            <a:extLst>
              <a:ext uri="{FF2B5EF4-FFF2-40B4-BE49-F238E27FC236}">
                <a16:creationId xmlns:a16="http://schemas.microsoft.com/office/drawing/2014/main" id="{462E37F3-DB15-AC82-7877-7BEACD580861}"/>
              </a:ext>
            </a:extLst>
          </p:cNvPr>
          <p:cNvCxnSpPr>
            <a:cxnSpLocks/>
          </p:cNvCxnSpPr>
          <p:nvPr/>
        </p:nvCxnSpPr>
        <p:spPr>
          <a:xfrm>
            <a:off x="3128522" y="2342207"/>
            <a:ext cx="8816400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>
            <a:extLst>
              <a:ext uri="{FF2B5EF4-FFF2-40B4-BE49-F238E27FC236}">
                <a16:creationId xmlns:a16="http://schemas.microsoft.com/office/drawing/2014/main" id="{A73C04EF-8F57-E93D-B3FE-D0E6E3B1491B}"/>
              </a:ext>
            </a:extLst>
          </p:cNvPr>
          <p:cNvSpPr/>
          <p:nvPr/>
        </p:nvSpPr>
        <p:spPr>
          <a:xfrm>
            <a:off x="3128522" y="2746708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>
                <a:solidFill>
                  <a:schemeClr val="tx1"/>
                </a:solidFill>
                <a:latin typeface="+mj-lt"/>
              </a:rPr>
              <a:t>MÉTHODOLOGIE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0A6FB7B-3390-EEB9-5C48-F80172813A9A}"/>
              </a:ext>
            </a:extLst>
          </p:cNvPr>
          <p:cNvSpPr/>
          <p:nvPr/>
        </p:nvSpPr>
        <p:spPr>
          <a:xfrm>
            <a:off x="3128522" y="4766348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>
                <a:solidFill>
                  <a:schemeClr val="tx1"/>
                </a:solidFill>
                <a:latin typeface="+mj-lt"/>
              </a:rPr>
              <a:t>MÉTIER</a:t>
            </a:r>
          </a:p>
        </p:txBody>
      </p:sp>
      <p:sp>
        <p:nvSpPr>
          <p:cNvPr id="25" name="Espace réservé du texte 17">
            <a:extLst>
              <a:ext uri="{FF2B5EF4-FFF2-40B4-BE49-F238E27FC236}">
                <a16:creationId xmlns:a16="http://schemas.microsoft.com/office/drawing/2014/main" id="{49530D68-FBFE-C3FA-0CF6-90735905FF96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91263" y="5775985"/>
            <a:ext cx="5624512" cy="957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6" name="Espace réservé du texte 15">
            <a:extLst>
              <a:ext uri="{FF2B5EF4-FFF2-40B4-BE49-F238E27FC236}">
                <a16:creationId xmlns:a16="http://schemas.microsoft.com/office/drawing/2014/main" id="{32998627-6AF6-D077-DD7F-766CAC7C05D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63049" y="4612530"/>
            <a:ext cx="2781298" cy="8486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7" name="Espace réservé du texte 13">
            <a:extLst>
              <a:ext uri="{FF2B5EF4-FFF2-40B4-BE49-F238E27FC236}">
                <a16:creationId xmlns:a16="http://schemas.microsoft.com/office/drawing/2014/main" id="{FEC0E84F-44D7-DA2A-4F2A-9F0D0A5A43F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63049" y="2758148"/>
            <a:ext cx="2781299" cy="1410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8" name="Espace réservé du texte 11">
            <a:extLst>
              <a:ext uri="{FF2B5EF4-FFF2-40B4-BE49-F238E27FC236}">
                <a16:creationId xmlns:a16="http://schemas.microsoft.com/office/drawing/2014/main" id="{904EB988-1EE7-90EF-ECDE-3F45EC659B9B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263" y="2758148"/>
            <a:ext cx="2613025" cy="27029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9" name="Espace réservé du texte 9">
            <a:extLst>
              <a:ext uri="{FF2B5EF4-FFF2-40B4-BE49-F238E27FC236}">
                <a16:creationId xmlns:a16="http://schemas.microsoft.com/office/drawing/2014/main" id="{51273E44-3868-C60C-F929-10761A4306FC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28521" y="4940730"/>
            <a:ext cx="2862671" cy="1793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0" name="Espace réservé du texte 7">
            <a:extLst>
              <a:ext uri="{FF2B5EF4-FFF2-40B4-BE49-F238E27FC236}">
                <a16:creationId xmlns:a16="http://schemas.microsoft.com/office/drawing/2014/main" id="{72AD98CD-657C-9B2C-4F3B-8F7F01EDE62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28521" y="2935421"/>
            <a:ext cx="2862671" cy="171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1" name="Espace réservé du texte 5">
            <a:extLst>
              <a:ext uri="{FF2B5EF4-FFF2-40B4-BE49-F238E27FC236}">
                <a16:creationId xmlns:a16="http://schemas.microsoft.com/office/drawing/2014/main" id="{C653A835-F215-EE84-0FB6-974656C7BAD9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0813" y="4772024"/>
            <a:ext cx="2685771" cy="1961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273050" indent="-2730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447675" indent="-268288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622300" indent="-265113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32" name="Espace réservé du texte 3">
            <a:extLst>
              <a:ext uri="{FF2B5EF4-FFF2-40B4-BE49-F238E27FC236}">
                <a16:creationId xmlns:a16="http://schemas.microsoft.com/office/drawing/2014/main" id="{6C98CD38-D99E-1CDD-9E3F-258F60669D8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8522" y="214313"/>
            <a:ext cx="8815828" cy="1962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33" name="Image 32">
            <a:extLst>
              <a:ext uri="{FF2B5EF4-FFF2-40B4-BE49-F238E27FC236}">
                <a16:creationId xmlns:a16="http://schemas.microsoft.com/office/drawing/2014/main" id="{BBA8E1C5-6956-B5BF-5A8A-34BEF04D9B4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  <p:sp>
        <p:nvSpPr>
          <p:cNvPr id="34" name="Rôle interne ou titre">
            <a:extLst>
              <a:ext uri="{FF2B5EF4-FFF2-40B4-BE49-F238E27FC236}">
                <a16:creationId xmlns:a16="http://schemas.microsoft.com/office/drawing/2014/main" id="{89CB2EB7-64CE-1992-2E7D-BB951AFC4A3D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51340" y="3559855"/>
            <a:ext cx="2694910" cy="7625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Rôle interne ou Titre</a:t>
            </a:r>
          </a:p>
        </p:txBody>
      </p:sp>
      <p:sp>
        <p:nvSpPr>
          <p:cNvPr id="35" name="Années d'expérience">
            <a:extLst>
              <a:ext uri="{FF2B5EF4-FFF2-40B4-BE49-F238E27FC236}">
                <a16:creationId xmlns:a16="http://schemas.microsoft.com/office/drawing/2014/main" id="{6D4A469F-C494-D510-789F-FD6B686B22F9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1340" y="3121804"/>
            <a:ext cx="2694910" cy="3689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2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 sz="1200"/>
              <a:t>[années d’expérience]</a:t>
            </a:r>
          </a:p>
        </p:txBody>
      </p:sp>
      <p:sp>
        <p:nvSpPr>
          <p:cNvPr id="36" name="Grade">
            <a:extLst>
              <a:ext uri="{FF2B5EF4-FFF2-40B4-BE49-F238E27FC236}">
                <a16:creationId xmlns:a16="http://schemas.microsoft.com/office/drawing/2014/main" id="{1AFDB1A8-DCA2-4C7C-8A2B-DFB5379ED127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51340" y="2736924"/>
            <a:ext cx="2694911" cy="3925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1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Grade</a:t>
            </a:r>
          </a:p>
        </p:txBody>
      </p:sp>
      <p:sp>
        <p:nvSpPr>
          <p:cNvPr id="37" name="Nom et prénom">
            <a:extLst>
              <a:ext uri="{FF2B5EF4-FFF2-40B4-BE49-F238E27FC236}">
                <a16:creationId xmlns:a16="http://schemas.microsoft.com/office/drawing/2014/main" id="{0D51A9B5-B8A7-4593-3239-0BBA99DF48A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340" y="2184423"/>
            <a:ext cx="2694910" cy="5912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Prénom </a:t>
            </a:r>
            <a:br>
              <a:rPr lang="fr-FR" noProof="0"/>
            </a:br>
            <a:r>
              <a:rPr lang="fr-FR" noProof="0"/>
              <a:t>NOM</a:t>
            </a:r>
          </a:p>
        </p:txBody>
      </p:sp>
      <p:sp>
        <p:nvSpPr>
          <p:cNvPr id="38" name="Photo consultant">
            <a:extLst>
              <a:ext uri="{FF2B5EF4-FFF2-40B4-BE49-F238E27FC236}">
                <a16:creationId xmlns:a16="http://schemas.microsoft.com/office/drawing/2014/main" id="{EFA8B04A-20F9-C178-5DA0-2B20F9A2B6E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1340" y="798071"/>
            <a:ext cx="936000" cy="12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 cap="none" baseline="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86298989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143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C FR Square Management_p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61D64FF4-3845-CDEA-18B1-EA85D3CFFC5A}"/>
              </a:ext>
            </a:extLst>
          </p:cNvPr>
          <p:cNvSpPr/>
          <p:nvPr/>
        </p:nvSpPr>
        <p:spPr>
          <a:xfrm>
            <a:off x="3246090" y="384313"/>
            <a:ext cx="8502998" cy="6303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>
              <a:latin typeface="+mj-lt"/>
            </a:endParaRPr>
          </a:p>
        </p:txBody>
      </p:sp>
      <p:sp>
        <p:nvSpPr>
          <p:cNvPr id="24" name="Freeform 29">
            <a:extLst>
              <a:ext uri="{FF2B5EF4-FFF2-40B4-BE49-F238E27FC236}">
                <a16:creationId xmlns:a16="http://schemas.microsoft.com/office/drawing/2014/main" id="{462922DA-94B8-A743-D981-09B2ED488B9D}"/>
              </a:ext>
            </a:extLst>
          </p:cNvPr>
          <p:cNvSpPr>
            <a:spLocks noEditPoints="1"/>
          </p:cNvSpPr>
          <p:nvPr/>
        </p:nvSpPr>
        <p:spPr bwMode="auto">
          <a:xfrm>
            <a:off x="2982989" y="1167234"/>
            <a:ext cx="209833" cy="201565"/>
          </a:xfrm>
          <a:custGeom>
            <a:avLst/>
            <a:gdLst>
              <a:gd name="T0" fmla="*/ 75 w 203"/>
              <a:gd name="T1" fmla="*/ 85 h 195"/>
              <a:gd name="T2" fmla="*/ 104 w 203"/>
              <a:gd name="T3" fmla="*/ 114 h 195"/>
              <a:gd name="T4" fmla="*/ 187 w 203"/>
              <a:gd name="T5" fmla="*/ 33 h 195"/>
              <a:gd name="T6" fmla="*/ 169 w 203"/>
              <a:gd name="T7" fmla="*/ 73 h 195"/>
              <a:gd name="T8" fmla="*/ 203 w 203"/>
              <a:gd name="T9" fmla="*/ 76 h 195"/>
              <a:gd name="T10" fmla="*/ 147 w 203"/>
              <a:gd name="T11" fmla="*/ 123 h 195"/>
              <a:gd name="T12" fmla="*/ 164 w 203"/>
              <a:gd name="T13" fmla="*/ 195 h 195"/>
              <a:gd name="T14" fmla="*/ 101 w 203"/>
              <a:gd name="T15" fmla="*/ 158 h 195"/>
              <a:gd name="T16" fmla="*/ 38 w 203"/>
              <a:gd name="T17" fmla="*/ 195 h 195"/>
              <a:gd name="T18" fmla="*/ 54 w 203"/>
              <a:gd name="T19" fmla="*/ 123 h 195"/>
              <a:gd name="T20" fmla="*/ 0 w 203"/>
              <a:gd name="T21" fmla="*/ 76 h 195"/>
              <a:gd name="T22" fmla="*/ 72 w 203"/>
              <a:gd name="T23" fmla="*/ 69 h 195"/>
              <a:gd name="T24" fmla="*/ 101 w 203"/>
              <a:gd name="T25" fmla="*/ 0 h 195"/>
              <a:gd name="T26" fmla="*/ 128 w 203"/>
              <a:gd name="T27" fmla="*/ 62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3" h="195">
                <a:moveTo>
                  <a:pt x="75" y="85"/>
                </a:moveTo>
                <a:lnTo>
                  <a:pt x="104" y="114"/>
                </a:lnTo>
                <a:lnTo>
                  <a:pt x="187" y="33"/>
                </a:lnTo>
                <a:moveTo>
                  <a:pt x="169" y="73"/>
                </a:moveTo>
                <a:lnTo>
                  <a:pt x="203" y="76"/>
                </a:lnTo>
                <a:lnTo>
                  <a:pt x="147" y="123"/>
                </a:lnTo>
                <a:lnTo>
                  <a:pt x="164" y="195"/>
                </a:lnTo>
                <a:lnTo>
                  <a:pt x="101" y="158"/>
                </a:lnTo>
                <a:lnTo>
                  <a:pt x="38" y="195"/>
                </a:lnTo>
                <a:lnTo>
                  <a:pt x="54" y="123"/>
                </a:lnTo>
                <a:lnTo>
                  <a:pt x="0" y="76"/>
                </a:lnTo>
                <a:lnTo>
                  <a:pt x="72" y="69"/>
                </a:lnTo>
                <a:lnTo>
                  <a:pt x="101" y="0"/>
                </a:lnTo>
                <a:lnTo>
                  <a:pt x="128" y="62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b="0" i="0" noProof="0">
              <a:latin typeface="+mj-lt"/>
            </a:endParaRPr>
          </a:p>
        </p:txBody>
      </p:sp>
      <p:cxnSp>
        <p:nvCxnSpPr>
          <p:cNvPr id="25" name="Connecteur droit 24">
            <a:extLst>
              <a:ext uri="{FF2B5EF4-FFF2-40B4-BE49-F238E27FC236}">
                <a16:creationId xmlns:a16="http://schemas.microsoft.com/office/drawing/2014/main" id="{57064D99-A278-799A-790E-76E5707372CD}"/>
              </a:ext>
            </a:extLst>
          </p:cNvPr>
          <p:cNvCxnSpPr>
            <a:cxnSpLocks/>
          </p:cNvCxnSpPr>
          <p:nvPr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Freeform 21">
            <a:extLst>
              <a:ext uri="{FF2B5EF4-FFF2-40B4-BE49-F238E27FC236}">
                <a16:creationId xmlns:a16="http://schemas.microsoft.com/office/drawing/2014/main" id="{051D50D7-683E-AE24-7416-D4EA9DB3E193}"/>
              </a:ext>
            </a:extLst>
          </p:cNvPr>
          <p:cNvSpPr>
            <a:spLocks noEditPoints="1"/>
          </p:cNvSpPr>
          <p:nvPr/>
        </p:nvSpPr>
        <p:spPr bwMode="auto">
          <a:xfrm>
            <a:off x="2994185" y="2572069"/>
            <a:ext cx="193043" cy="216378"/>
          </a:xfrm>
          <a:custGeom>
            <a:avLst/>
            <a:gdLst>
              <a:gd name="T0" fmla="*/ 90 w 100"/>
              <a:gd name="T1" fmla="*/ 113 h 113"/>
              <a:gd name="T2" fmla="*/ 100 w 100"/>
              <a:gd name="T3" fmla="*/ 113 h 113"/>
              <a:gd name="T4" fmla="*/ 72 w 100"/>
              <a:gd name="T5" fmla="*/ 65 h 113"/>
              <a:gd name="T6" fmla="*/ 68 w 100"/>
              <a:gd name="T7" fmla="*/ 72 h 113"/>
              <a:gd name="T8" fmla="*/ 41 w 100"/>
              <a:gd name="T9" fmla="*/ 4 h 113"/>
              <a:gd name="T10" fmla="*/ 64 w 100"/>
              <a:gd name="T11" fmla="*/ 4 h 113"/>
              <a:gd name="T12" fmla="*/ 68 w 100"/>
              <a:gd name="T13" fmla="*/ 7 h 113"/>
              <a:gd name="T14" fmla="*/ 68 w 100"/>
              <a:gd name="T15" fmla="*/ 21 h 113"/>
              <a:gd name="T16" fmla="*/ 70 w 100"/>
              <a:gd name="T17" fmla="*/ 8 h 113"/>
              <a:gd name="T18" fmla="*/ 81 w 100"/>
              <a:gd name="T19" fmla="*/ 8 h 113"/>
              <a:gd name="T20" fmla="*/ 81 w 100"/>
              <a:gd name="T21" fmla="*/ 35 h 113"/>
              <a:gd name="T22" fmla="*/ 71 w 100"/>
              <a:gd name="T23" fmla="*/ 35 h 113"/>
              <a:gd name="T24" fmla="*/ 68 w 100"/>
              <a:gd name="T25" fmla="*/ 32 h 113"/>
              <a:gd name="T26" fmla="*/ 68 w 100"/>
              <a:gd name="T27" fmla="*/ 30 h 113"/>
              <a:gd name="T28" fmla="*/ 50 w 100"/>
              <a:gd name="T29" fmla="*/ 30 h 113"/>
              <a:gd name="T30" fmla="*/ 41 w 100"/>
              <a:gd name="T31" fmla="*/ 43 h 113"/>
              <a:gd name="T32" fmla="*/ 41 w 100"/>
              <a:gd name="T33" fmla="*/ 0 h 113"/>
              <a:gd name="T34" fmla="*/ 41 w 100"/>
              <a:gd name="T35" fmla="*/ 43 h 113"/>
              <a:gd name="T36" fmla="*/ 81 w 100"/>
              <a:gd name="T37" fmla="*/ 113 h 113"/>
              <a:gd name="T38" fmla="*/ 0 w 100"/>
              <a:gd name="T39" fmla="*/ 113 h 113"/>
              <a:gd name="T40" fmla="*/ 41 w 100"/>
              <a:gd name="T41" fmla="*/ 43 h 113"/>
              <a:gd name="T42" fmla="*/ 53 w 100"/>
              <a:gd name="T43" fmla="*/ 65 h 113"/>
              <a:gd name="T44" fmla="*/ 49 w 100"/>
              <a:gd name="T45" fmla="*/ 70 h 113"/>
              <a:gd name="T46" fmla="*/ 47 w 100"/>
              <a:gd name="T47" fmla="*/ 74 h 113"/>
              <a:gd name="T48" fmla="*/ 41 w 100"/>
              <a:gd name="T49" fmla="*/ 65 h 113"/>
              <a:gd name="T50" fmla="*/ 36 w 100"/>
              <a:gd name="T51" fmla="*/ 74 h 113"/>
              <a:gd name="T52" fmla="*/ 30 w 100"/>
              <a:gd name="T53" fmla="*/ 65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0" h="113">
                <a:moveTo>
                  <a:pt x="90" y="113"/>
                </a:moveTo>
                <a:cubicBezTo>
                  <a:pt x="100" y="113"/>
                  <a:pt x="100" y="113"/>
                  <a:pt x="100" y="113"/>
                </a:cubicBezTo>
                <a:cubicBezTo>
                  <a:pt x="72" y="65"/>
                  <a:pt x="72" y="65"/>
                  <a:pt x="72" y="65"/>
                </a:cubicBezTo>
                <a:cubicBezTo>
                  <a:pt x="68" y="72"/>
                  <a:pt x="68" y="72"/>
                  <a:pt x="68" y="72"/>
                </a:cubicBezTo>
                <a:moveTo>
                  <a:pt x="41" y="4"/>
                </a:moveTo>
                <a:cubicBezTo>
                  <a:pt x="64" y="4"/>
                  <a:pt x="64" y="4"/>
                  <a:pt x="64" y="4"/>
                </a:cubicBezTo>
                <a:cubicBezTo>
                  <a:pt x="66" y="4"/>
                  <a:pt x="68" y="5"/>
                  <a:pt x="68" y="7"/>
                </a:cubicBezTo>
                <a:cubicBezTo>
                  <a:pt x="68" y="21"/>
                  <a:pt x="68" y="21"/>
                  <a:pt x="68" y="21"/>
                </a:cubicBezTo>
                <a:moveTo>
                  <a:pt x="70" y="8"/>
                </a:moveTo>
                <a:cubicBezTo>
                  <a:pt x="81" y="8"/>
                  <a:pt x="81" y="8"/>
                  <a:pt x="81" y="8"/>
                </a:cubicBezTo>
                <a:cubicBezTo>
                  <a:pt x="81" y="35"/>
                  <a:pt x="81" y="35"/>
                  <a:pt x="8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69" y="35"/>
                  <a:pt x="68" y="34"/>
                  <a:pt x="68" y="32"/>
                </a:cubicBezTo>
                <a:cubicBezTo>
                  <a:pt x="68" y="30"/>
                  <a:pt x="68" y="30"/>
                  <a:pt x="68" y="30"/>
                </a:cubicBezTo>
                <a:cubicBezTo>
                  <a:pt x="50" y="30"/>
                  <a:pt x="50" y="30"/>
                  <a:pt x="50" y="30"/>
                </a:cubicBezTo>
                <a:moveTo>
                  <a:pt x="41" y="43"/>
                </a:moveTo>
                <a:cubicBezTo>
                  <a:pt x="41" y="0"/>
                  <a:pt x="41" y="0"/>
                  <a:pt x="41" y="0"/>
                </a:cubicBezTo>
                <a:moveTo>
                  <a:pt x="41" y="43"/>
                </a:moveTo>
                <a:cubicBezTo>
                  <a:pt x="81" y="113"/>
                  <a:pt x="81" y="113"/>
                  <a:pt x="81" y="113"/>
                </a:cubicBezTo>
                <a:cubicBezTo>
                  <a:pt x="0" y="113"/>
                  <a:pt x="0" y="113"/>
                  <a:pt x="0" y="113"/>
                </a:cubicBezTo>
                <a:lnTo>
                  <a:pt x="41" y="43"/>
                </a:lnTo>
                <a:close/>
                <a:moveTo>
                  <a:pt x="53" y="65"/>
                </a:moveTo>
                <a:cubicBezTo>
                  <a:pt x="49" y="70"/>
                  <a:pt x="49" y="70"/>
                  <a:pt x="49" y="70"/>
                </a:cubicBezTo>
                <a:cubicBezTo>
                  <a:pt x="47" y="74"/>
                  <a:pt x="47" y="74"/>
                  <a:pt x="47" y="74"/>
                </a:cubicBezTo>
                <a:cubicBezTo>
                  <a:pt x="41" y="65"/>
                  <a:pt x="41" y="65"/>
                  <a:pt x="41" y="65"/>
                </a:cubicBezTo>
                <a:cubicBezTo>
                  <a:pt x="36" y="74"/>
                  <a:pt x="36" y="74"/>
                  <a:pt x="36" y="74"/>
                </a:cubicBezTo>
                <a:cubicBezTo>
                  <a:pt x="30" y="65"/>
                  <a:pt x="30" y="65"/>
                  <a:pt x="30" y="65"/>
                </a:cubicBez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b="0" i="0" noProof="0">
              <a:latin typeface="+mj-lt"/>
            </a:endParaRP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C5A38A2-089B-EA9D-B691-88F913BBF4ED}"/>
              </a:ext>
            </a:extLst>
          </p:cNvPr>
          <p:cNvCxnSpPr>
            <a:cxnSpLocks/>
          </p:cNvCxnSpPr>
          <p:nvPr/>
        </p:nvCxnSpPr>
        <p:spPr>
          <a:xfrm>
            <a:off x="3344559" y="2775049"/>
            <a:ext cx="917398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32">
            <a:extLst>
              <a:ext uri="{FF2B5EF4-FFF2-40B4-BE49-F238E27FC236}">
                <a16:creationId xmlns:a16="http://schemas.microsoft.com/office/drawing/2014/main" id="{6AC1E906-E752-9C5D-B68E-32E579EEC0AE}"/>
              </a:ext>
            </a:extLst>
          </p:cNvPr>
          <p:cNvCxnSpPr>
            <a:cxnSpLocks/>
          </p:cNvCxnSpPr>
          <p:nvPr/>
        </p:nvCxnSpPr>
        <p:spPr>
          <a:xfrm>
            <a:off x="3344559" y="1355757"/>
            <a:ext cx="920033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DACDB9BC-07A0-92F1-B087-0A3B83090486}"/>
              </a:ext>
            </a:extLst>
          </p:cNvPr>
          <p:cNvSpPr/>
          <p:nvPr/>
        </p:nvSpPr>
        <p:spPr>
          <a:xfrm>
            <a:off x="3246090" y="1122578"/>
            <a:ext cx="1619999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CONTEXTE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3B07BED9-2ED9-DA20-6BB3-C1C0A5DAF840}"/>
              </a:ext>
            </a:extLst>
          </p:cNvPr>
          <p:cNvSpPr/>
          <p:nvPr/>
        </p:nvSpPr>
        <p:spPr>
          <a:xfrm>
            <a:off x="3246090" y="2542226"/>
            <a:ext cx="1619999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MISSION</a:t>
            </a:r>
          </a:p>
        </p:txBody>
      </p: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49DD61FA-F12A-6F63-0094-049086A3EB5C}"/>
              </a:ext>
            </a:extLst>
          </p:cNvPr>
          <p:cNvCxnSpPr>
            <a:cxnSpLocks/>
          </p:cNvCxnSpPr>
          <p:nvPr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Espace réservé du texte 4">
            <a:extLst>
              <a:ext uri="{FF2B5EF4-FFF2-40B4-BE49-F238E27FC236}">
                <a16:creationId xmlns:a16="http://schemas.microsoft.com/office/drawing/2014/main" id="{E3DBAD66-2592-7F0B-A273-37B598FF134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6090" y="2861233"/>
            <a:ext cx="8502307" cy="3781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  <a:lvl6pPr>
              <a:defRPr b="0"/>
            </a:lvl6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2" name="Espace réservé du texte 2">
            <a:extLst>
              <a:ext uri="{FF2B5EF4-FFF2-40B4-BE49-F238E27FC236}">
                <a16:creationId xmlns:a16="http://schemas.microsoft.com/office/drawing/2014/main" id="{0E400223-15F8-A52C-CA41-B5E8FC430D90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5745" y="1442008"/>
            <a:ext cx="8502652" cy="777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  <a:lvl6pPr>
              <a:defRPr b="0"/>
            </a:lvl6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98A97822-E56D-CE0C-B88E-F879EBD1CDA3}"/>
              </a:ext>
            </a:extLst>
          </p:cNvPr>
          <p:cNvSpPr/>
          <p:nvPr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>
              <a:latin typeface="+mj-lt"/>
            </a:endParaRPr>
          </a:p>
        </p:txBody>
      </p:sp>
      <p:pic>
        <p:nvPicPr>
          <p:cNvPr id="44" name="Image 43">
            <a:extLst>
              <a:ext uri="{FF2B5EF4-FFF2-40B4-BE49-F238E27FC236}">
                <a16:creationId xmlns:a16="http://schemas.microsoft.com/office/drawing/2014/main" id="{17EBA4E2-2CAF-484F-24CB-B4064D95ECB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  <p:sp>
        <p:nvSpPr>
          <p:cNvPr id="45" name="Rôle interne ou titre">
            <a:extLst>
              <a:ext uri="{FF2B5EF4-FFF2-40B4-BE49-F238E27FC236}">
                <a16:creationId xmlns:a16="http://schemas.microsoft.com/office/drawing/2014/main" id="{14A42252-54C7-1207-519A-BFA9F85031B7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51340" y="3559855"/>
            <a:ext cx="2694910" cy="7625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Rôle interne ou Titre</a:t>
            </a:r>
          </a:p>
        </p:txBody>
      </p:sp>
      <p:sp>
        <p:nvSpPr>
          <p:cNvPr id="46" name="Années d'expérience">
            <a:extLst>
              <a:ext uri="{FF2B5EF4-FFF2-40B4-BE49-F238E27FC236}">
                <a16:creationId xmlns:a16="http://schemas.microsoft.com/office/drawing/2014/main" id="{C8747D30-C8A6-D64E-8837-331789FEB0F2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1340" y="3121804"/>
            <a:ext cx="2694910" cy="3689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2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 sz="1200"/>
              <a:t>[années d’expérience]</a:t>
            </a:r>
          </a:p>
        </p:txBody>
      </p:sp>
      <p:sp>
        <p:nvSpPr>
          <p:cNvPr id="47" name="Grade">
            <a:extLst>
              <a:ext uri="{FF2B5EF4-FFF2-40B4-BE49-F238E27FC236}">
                <a16:creationId xmlns:a16="http://schemas.microsoft.com/office/drawing/2014/main" id="{BA46877F-165E-D78E-76DD-9AA60D5D1A67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51340" y="2736924"/>
            <a:ext cx="2694911" cy="3925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1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Grade</a:t>
            </a:r>
          </a:p>
        </p:txBody>
      </p:sp>
      <p:sp>
        <p:nvSpPr>
          <p:cNvPr id="48" name="Nom et prénom">
            <a:extLst>
              <a:ext uri="{FF2B5EF4-FFF2-40B4-BE49-F238E27FC236}">
                <a16:creationId xmlns:a16="http://schemas.microsoft.com/office/drawing/2014/main" id="{C4052746-E610-FDDB-7825-A68E0C7F651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340" y="2184423"/>
            <a:ext cx="2694910" cy="5912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Prénom </a:t>
            </a:r>
            <a:br>
              <a:rPr lang="fr-FR" noProof="0"/>
            </a:br>
            <a:r>
              <a:rPr lang="fr-FR" noProof="0"/>
              <a:t>NOM</a:t>
            </a:r>
          </a:p>
        </p:txBody>
      </p:sp>
      <p:sp>
        <p:nvSpPr>
          <p:cNvPr id="49" name="Photo consultant">
            <a:extLst>
              <a:ext uri="{FF2B5EF4-FFF2-40B4-BE49-F238E27FC236}">
                <a16:creationId xmlns:a16="http://schemas.microsoft.com/office/drawing/2014/main" id="{36AA634A-691C-EA26-9556-2A75BDF2AD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1340" y="798071"/>
            <a:ext cx="936000" cy="12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 cap="none" baseline="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  <p:sp>
        <p:nvSpPr>
          <p:cNvPr id="50" name="Mois">
            <a:extLst>
              <a:ext uri="{FF2B5EF4-FFF2-40B4-BE49-F238E27FC236}">
                <a16:creationId xmlns:a16="http://schemas.microsoft.com/office/drawing/2014/main" id="{8B68DE23-8B55-9147-C71B-9AAFDBC5300C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0850335" y="690949"/>
            <a:ext cx="867451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Mois</a:t>
            </a:r>
          </a:p>
        </p:txBody>
      </p:sp>
      <p:sp>
        <p:nvSpPr>
          <p:cNvPr id="51" name="Rôle">
            <a:extLst>
              <a:ext uri="{FF2B5EF4-FFF2-40B4-BE49-F238E27FC236}">
                <a16:creationId xmlns:a16="http://schemas.microsoft.com/office/drawing/2014/main" id="{ADB015DD-774D-20BC-9061-AFDE0E01416B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6417698" y="717602"/>
            <a:ext cx="401217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RÔLE</a:t>
            </a:r>
          </a:p>
        </p:txBody>
      </p:sp>
      <p:sp>
        <p:nvSpPr>
          <p:cNvPr id="52" name="Nom du projet">
            <a:extLst>
              <a:ext uri="{FF2B5EF4-FFF2-40B4-BE49-F238E27FC236}">
                <a16:creationId xmlns:a16="http://schemas.microsoft.com/office/drawing/2014/main" id="{FCB22B8E-2B56-F7F2-948A-6762BAA13545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417698" y="471983"/>
            <a:ext cx="401217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NOM DU projet</a:t>
            </a:r>
          </a:p>
        </p:txBody>
      </p:sp>
      <p:sp>
        <p:nvSpPr>
          <p:cNvPr id="53" name="Direction">
            <a:extLst>
              <a:ext uri="{FF2B5EF4-FFF2-40B4-BE49-F238E27FC236}">
                <a16:creationId xmlns:a16="http://schemas.microsoft.com/office/drawing/2014/main" id="{8B1BCE67-19CC-7C17-2DEA-6575CF6A9FBF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445971" y="717602"/>
            <a:ext cx="258743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Direction</a:t>
            </a:r>
          </a:p>
        </p:txBody>
      </p:sp>
      <p:sp>
        <p:nvSpPr>
          <p:cNvPr id="54" name="Nom du client">
            <a:extLst>
              <a:ext uri="{FF2B5EF4-FFF2-40B4-BE49-F238E27FC236}">
                <a16:creationId xmlns:a16="http://schemas.microsoft.com/office/drawing/2014/main" id="{DA4C20A0-74E9-5C20-0AAA-25B4E1EAF704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445971" y="471983"/>
            <a:ext cx="258743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NOM DU CLIENT</a:t>
            </a:r>
          </a:p>
        </p:txBody>
      </p:sp>
    </p:spTree>
    <p:extLst>
      <p:ext uri="{BB962C8B-B14F-4D97-AF65-F5344CB8AC3E}">
        <p14:creationId xmlns:p14="http://schemas.microsoft.com/office/powerpoint/2010/main" val="3623886222"/>
      </p:ext>
    </p:extLst>
  </p:cSld>
  <p:clrMapOvr>
    <a:masterClrMapping/>
  </p:clrMapOvr>
  <p:hf hdr="0"/>
  <p:extLst>
    <p:ext uri="{DCECCB84-F9BA-43D5-87BE-67443E8EF086}">
      <p15:sldGuideLst xmlns:p15="http://schemas.microsoft.com/office/powerpoint/2012/main"/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DC ENG Square Management_p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361A01B-E8C6-D215-B8B8-ED5F3B814760}"/>
              </a:ext>
            </a:extLst>
          </p:cNvPr>
          <p:cNvSpPr/>
          <p:nvPr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>
              <a:latin typeface="+mj-lt"/>
            </a:endParaRPr>
          </a:p>
        </p:txBody>
      </p:sp>
      <p:cxnSp>
        <p:nvCxnSpPr>
          <p:cNvPr id="4" name="Connecteur droit 3">
            <a:extLst>
              <a:ext uri="{FF2B5EF4-FFF2-40B4-BE49-F238E27FC236}">
                <a16:creationId xmlns:a16="http://schemas.microsoft.com/office/drawing/2014/main" id="{1E127A3C-13D6-1A17-527D-88A560C3DAFB}"/>
              </a:ext>
            </a:extLst>
          </p:cNvPr>
          <p:cNvCxnSpPr>
            <a:cxnSpLocks/>
          </p:cNvCxnSpPr>
          <p:nvPr/>
        </p:nvCxnSpPr>
        <p:spPr>
          <a:xfrm>
            <a:off x="233228" y="4657802"/>
            <a:ext cx="2268967" cy="1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Connecteur droit 4">
            <a:extLst>
              <a:ext uri="{FF2B5EF4-FFF2-40B4-BE49-F238E27FC236}">
                <a16:creationId xmlns:a16="http://schemas.microsoft.com/office/drawing/2014/main" id="{B0330689-5BFE-60FE-5AD6-557D49C1B592}"/>
              </a:ext>
            </a:extLst>
          </p:cNvPr>
          <p:cNvCxnSpPr>
            <a:cxnSpLocks/>
          </p:cNvCxnSpPr>
          <p:nvPr/>
        </p:nvCxnSpPr>
        <p:spPr>
          <a:xfrm>
            <a:off x="3227378" y="2678714"/>
            <a:ext cx="112271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C83EC1F8-9095-9E12-4DAE-A45D8BA09248}"/>
              </a:ext>
            </a:extLst>
          </p:cNvPr>
          <p:cNvCxnSpPr>
            <a:cxnSpLocks/>
          </p:cNvCxnSpPr>
          <p:nvPr/>
        </p:nvCxnSpPr>
        <p:spPr>
          <a:xfrm>
            <a:off x="3246090" y="2342207"/>
            <a:ext cx="8412502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Connecteur droit 6">
            <a:extLst>
              <a:ext uri="{FF2B5EF4-FFF2-40B4-BE49-F238E27FC236}">
                <a16:creationId xmlns:a16="http://schemas.microsoft.com/office/drawing/2014/main" id="{0C0F42E3-C622-887D-1F2A-EA348F1C654D}"/>
              </a:ext>
            </a:extLst>
          </p:cNvPr>
          <p:cNvCxnSpPr>
            <a:cxnSpLocks/>
          </p:cNvCxnSpPr>
          <p:nvPr/>
        </p:nvCxnSpPr>
        <p:spPr>
          <a:xfrm>
            <a:off x="6388867" y="5695162"/>
            <a:ext cx="1352673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Connecteur droit 7">
            <a:extLst>
              <a:ext uri="{FF2B5EF4-FFF2-40B4-BE49-F238E27FC236}">
                <a16:creationId xmlns:a16="http://schemas.microsoft.com/office/drawing/2014/main" id="{D08DD374-9DF5-240B-88EF-73AA66EB646B}"/>
              </a:ext>
            </a:extLst>
          </p:cNvPr>
          <p:cNvCxnSpPr>
            <a:cxnSpLocks/>
          </p:cNvCxnSpPr>
          <p:nvPr/>
        </p:nvCxnSpPr>
        <p:spPr>
          <a:xfrm>
            <a:off x="9266274" y="4511730"/>
            <a:ext cx="105682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E430AC12-85E6-9F16-B219-DF31842D718C}"/>
              </a:ext>
            </a:extLst>
          </p:cNvPr>
          <p:cNvSpPr/>
          <p:nvPr/>
        </p:nvSpPr>
        <p:spPr>
          <a:xfrm>
            <a:off x="3128522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EXPERTISE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3A06FF4-6D8F-FD15-696B-578385392037}"/>
              </a:ext>
            </a:extLst>
          </p:cNvPr>
          <p:cNvSpPr/>
          <p:nvPr/>
        </p:nvSpPr>
        <p:spPr>
          <a:xfrm>
            <a:off x="6291263" y="5461136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PUBLICATIONS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7CBA6B-9130-6ADB-40E6-4795AF707A09}"/>
              </a:ext>
            </a:extLst>
          </p:cNvPr>
          <p:cNvSpPr/>
          <p:nvPr/>
        </p:nvSpPr>
        <p:spPr>
          <a:xfrm>
            <a:off x="6291263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SECTORS / CLIENTS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6219397-584B-F356-FE27-40F95025279D}"/>
              </a:ext>
            </a:extLst>
          </p:cNvPr>
          <p:cNvSpPr/>
          <p:nvPr/>
        </p:nvSpPr>
        <p:spPr>
          <a:xfrm>
            <a:off x="9163049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TOOLS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4DFD488-FD36-1144-5E16-FAF2880A5A09}"/>
              </a:ext>
            </a:extLst>
          </p:cNvPr>
          <p:cNvSpPr/>
          <p:nvPr/>
        </p:nvSpPr>
        <p:spPr>
          <a:xfrm>
            <a:off x="9163049" y="4277997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LANGUAGES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DE22E80-6E86-B511-A29D-EACF024A60F3}"/>
              </a:ext>
            </a:extLst>
          </p:cNvPr>
          <p:cNvSpPr/>
          <p:nvPr/>
        </p:nvSpPr>
        <p:spPr>
          <a:xfrm>
            <a:off x="151340" y="4426647"/>
            <a:ext cx="2591860" cy="231156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EDUCATION &amp; TRAINING</a:t>
            </a:r>
          </a:p>
        </p:txBody>
      </p:sp>
      <p:cxnSp>
        <p:nvCxnSpPr>
          <p:cNvPr id="15" name="Connecteur droit 14">
            <a:extLst>
              <a:ext uri="{FF2B5EF4-FFF2-40B4-BE49-F238E27FC236}">
                <a16:creationId xmlns:a16="http://schemas.microsoft.com/office/drawing/2014/main" id="{04197556-74FD-62E3-A9B8-85077830754B}"/>
              </a:ext>
            </a:extLst>
          </p:cNvPr>
          <p:cNvCxnSpPr>
            <a:cxnSpLocks/>
          </p:cNvCxnSpPr>
          <p:nvPr/>
        </p:nvCxnSpPr>
        <p:spPr>
          <a:xfrm>
            <a:off x="6141835" y="2454070"/>
            <a:ext cx="0" cy="4279908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Connecteur droit 15">
            <a:extLst>
              <a:ext uri="{FF2B5EF4-FFF2-40B4-BE49-F238E27FC236}">
                <a16:creationId xmlns:a16="http://schemas.microsoft.com/office/drawing/2014/main" id="{45C09495-94D7-1AEB-7AFC-3A6F10934E10}"/>
              </a:ext>
            </a:extLst>
          </p:cNvPr>
          <p:cNvCxnSpPr>
            <a:cxnSpLocks/>
          </p:cNvCxnSpPr>
          <p:nvPr/>
        </p:nvCxnSpPr>
        <p:spPr>
          <a:xfrm>
            <a:off x="6388867" y="2678714"/>
            <a:ext cx="196237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Connecteur droit 16">
            <a:extLst>
              <a:ext uri="{FF2B5EF4-FFF2-40B4-BE49-F238E27FC236}">
                <a16:creationId xmlns:a16="http://schemas.microsoft.com/office/drawing/2014/main" id="{81DD0047-D72A-B76F-58AD-3B492787EF66}"/>
              </a:ext>
            </a:extLst>
          </p:cNvPr>
          <p:cNvCxnSpPr>
            <a:cxnSpLocks/>
          </p:cNvCxnSpPr>
          <p:nvPr/>
        </p:nvCxnSpPr>
        <p:spPr>
          <a:xfrm>
            <a:off x="9266274" y="2678714"/>
            <a:ext cx="66317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Connecteur droit 17">
            <a:extLst>
              <a:ext uri="{FF2B5EF4-FFF2-40B4-BE49-F238E27FC236}">
                <a16:creationId xmlns:a16="http://schemas.microsoft.com/office/drawing/2014/main" id="{52AB0FB8-408D-5A7E-BB27-9A1E8CFDAE06}"/>
              </a:ext>
            </a:extLst>
          </p:cNvPr>
          <p:cNvCxnSpPr>
            <a:cxnSpLocks/>
          </p:cNvCxnSpPr>
          <p:nvPr/>
        </p:nvCxnSpPr>
        <p:spPr>
          <a:xfrm>
            <a:off x="9054835" y="2454070"/>
            <a:ext cx="0" cy="300706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Connecteur droit 18">
            <a:extLst>
              <a:ext uri="{FF2B5EF4-FFF2-40B4-BE49-F238E27FC236}">
                <a16:creationId xmlns:a16="http://schemas.microsoft.com/office/drawing/2014/main" id="{016B64D1-25D6-9014-B50B-E8217B690865}"/>
              </a:ext>
            </a:extLst>
          </p:cNvPr>
          <p:cNvCxnSpPr>
            <a:cxnSpLocks/>
          </p:cNvCxnSpPr>
          <p:nvPr/>
        </p:nvCxnSpPr>
        <p:spPr>
          <a:xfrm>
            <a:off x="3128522" y="2342207"/>
            <a:ext cx="8816400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Rectangle 19">
            <a:extLst>
              <a:ext uri="{FF2B5EF4-FFF2-40B4-BE49-F238E27FC236}">
                <a16:creationId xmlns:a16="http://schemas.microsoft.com/office/drawing/2014/main" id="{6EF2A327-71D2-B15B-62C6-686A4CC3A2F4}"/>
              </a:ext>
            </a:extLst>
          </p:cNvPr>
          <p:cNvSpPr/>
          <p:nvPr/>
        </p:nvSpPr>
        <p:spPr>
          <a:xfrm>
            <a:off x="3128522" y="2746708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>
                <a:solidFill>
                  <a:schemeClr val="tx1"/>
                </a:solidFill>
                <a:latin typeface="+mj-lt"/>
              </a:rPr>
              <a:t>METHODOLOGY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52ECF4A9-19BA-072C-C97D-9C43F3F8EF94}"/>
              </a:ext>
            </a:extLst>
          </p:cNvPr>
          <p:cNvSpPr/>
          <p:nvPr/>
        </p:nvSpPr>
        <p:spPr>
          <a:xfrm>
            <a:off x="3128522" y="4766348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>
                <a:solidFill>
                  <a:schemeClr val="tx1"/>
                </a:solidFill>
                <a:latin typeface="+mj-lt"/>
              </a:rPr>
              <a:t>PROFESSIONS</a:t>
            </a:r>
          </a:p>
        </p:txBody>
      </p:sp>
      <p:sp>
        <p:nvSpPr>
          <p:cNvPr id="22" name="Espace réservé du texte 17">
            <a:extLst>
              <a:ext uri="{FF2B5EF4-FFF2-40B4-BE49-F238E27FC236}">
                <a16:creationId xmlns:a16="http://schemas.microsoft.com/office/drawing/2014/main" id="{C16D539C-8F7E-823C-4965-59FE43DFF8FE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91263" y="5775985"/>
            <a:ext cx="5624512" cy="95799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3" name="Espace réservé du texte 15">
            <a:extLst>
              <a:ext uri="{FF2B5EF4-FFF2-40B4-BE49-F238E27FC236}">
                <a16:creationId xmlns:a16="http://schemas.microsoft.com/office/drawing/2014/main" id="{B3475CCF-C24A-B7BC-1FAE-B5D048A3883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63049" y="4612530"/>
            <a:ext cx="2781298" cy="848604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4" name="Espace réservé du texte 13">
            <a:extLst>
              <a:ext uri="{FF2B5EF4-FFF2-40B4-BE49-F238E27FC236}">
                <a16:creationId xmlns:a16="http://schemas.microsoft.com/office/drawing/2014/main" id="{1FC39760-2D65-67FC-6FA6-66172D749477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63049" y="2758148"/>
            <a:ext cx="2781299" cy="141000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5" name="Espace réservé du texte 11">
            <a:extLst>
              <a:ext uri="{FF2B5EF4-FFF2-40B4-BE49-F238E27FC236}">
                <a16:creationId xmlns:a16="http://schemas.microsoft.com/office/drawing/2014/main" id="{B1756FDE-B5C1-96F2-BD1A-DB8510910379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263" y="2758148"/>
            <a:ext cx="2613025" cy="2702986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6" name="Espace réservé du texte 9">
            <a:extLst>
              <a:ext uri="{FF2B5EF4-FFF2-40B4-BE49-F238E27FC236}">
                <a16:creationId xmlns:a16="http://schemas.microsoft.com/office/drawing/2014/main" id="{4001DF2E-66EB-0443-1DB3-0283A57C79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28521" y="4940730"/>
            <a:ext cx="2862671" cy="1793247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7" name="Espace réservé du texte 7">
            <a:extLst>
              <a:ext uri="{FF2B5EF4-FFF2-40B4-BE49-F238E27FC236}">
                <a16:creationId xmlns:a16="http://schemas.microsoft.com/office/drawing/2014/main" id="{37FA5C7E-E3CF-4A2E-C83B-F3D1D1DDB385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28521" y="2935421"/>
            <a:ext cx="2862671" cy="1713498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8" name="Espace réservé du texte 5">
            <a:extLst>
              <a:ext uri="{FF2B5EF4-FFF2-40B4-BE49-F238E27FC236}">
                <a16:creationId xmlns:a16="http://schemas.microsoft.com/office/drawing/2014/main" id="{D7099AFF-0D6C-0AC1-C317-1B080BA17CA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0813" y="4772024"/>
            <a:ext cx="2685771" cy="1961953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29" name="Espace réservé du texte 3">
            <a:extLst>
              <a:ext uri="{FF2B5EF4-FFF2-40B4-BE49-F238E27FC236}">
                <a16:creationId xmlns:a16="http://schemas.microsoft.com/office/drawing/2014/main" id="{A0AF34BB-AD62-DAC3-59D6-7405D60C52C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8522" y="214313"/>
            <a:ext cx="8815828" cy="1962870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pic>
        <p:nvPicPr>
          <p:cNvPr id="30" name="Image 29">
            <a:extLst>
              <a:ext uri="{FF2B5EF4-FFF2-40B4-BE49-F238E27FC236}">
                <a16:creationId xmlns:a16="http://schemas.microsoft.com/office/drawing/2014/main" id="{34C21984-2DF0-F0F9-3D59-BAACB9666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  <p:sp>
        <p:nvSpPr>
          <p:cNvPr id="31" name="Rôle interne ou titre">
            <a:extLst>
              <a:ext uri="{FF2B5EF4-FFF2-40B4-BE49-F238E27FC236}">
                <a16:creationId xmlns:a16="http://schemas.microsoft.com/office/drawing/2014/main" id="{E12C8D2B-3B7F-FA20-0E1D-D43F2A093D9F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51340" y="3559855"/>
            <a:ext cx="2694910" cy="7625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Rôle interne ou Titre</a:t>
            </a:r>
          </a:p>
        </p:txBody>
      </p:sp>
      <p:sp>
        <p:nvSpPr>
          <p:cNvPr id="32" name="Années d'expérience">
            <a:extLst>
              <a:ext uri="{FF2B5EF4-FFF2-40B4-BE49-F238E27FC236}">
                <a16:creationId xmlns:a16="http://schemas.microsoft.com/office/drawing/2014/main" id="{0BF10C25-B399-CED9-1429-35DA9B0703A2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1340" y="3121804"/>
            <a:ext cx="2694910" cy="3689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2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 sz="1200"/>
              <a:t>[années d’expérience]</a:t>
            </a:r>
          </a:p>
        </p:txBody>
      </p:sp>
      <p:sp>
        <p:nvSpPr>
          <p:cNvPr id="33" name="Grade">
            <a:extLst>
              <a:ext uri="{FF2B5EF4-FFF2-40B4-BE49-F238E27FC236}">
                <a16:creationId xmlns:a16="http://schemas.microsoft.com/office/drawing/2014/main" id="{169F18C7-D0DB-327E-2F60-7F61EA17E2AB}"/>
              </a:ext>
            </a:extLst>
          </p:cNvPr>
          <p:cNvSpPr>
            <a:spLocks noGrp="1"/>
          </p:cNvSpPr>
          <p:nvPr>
            <p:ph type="body" idx="40" hasCustomPrompt="1"/>
          </p:nvPr>
        </p:nvSpPr>
        <p:spPr>
          <a:xfrm>
            <a:off x="151340" y="2736924"/>
            <a:ext cx="2694911" cy="3925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1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Grade</a:t>
            </a:r>
          </a:p>
        </p:txBody>
      </p:sp>
      <p:sp>
        <p:nvSpPr>
          <p:cNvPr id="34" name="Nom et prénom">
            <a:extLst>
              <a:ext uri="{FF2B5EF4-FFF2-40B4-BE49-F238E27FC236}">
                <a16:creationId xmlns:a16="http://schemas.microsoft.com/office/drawing/2014/main" id="{0151C845-A5EB-33AD-E223-C0237C136A4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340" y="2184423"/>
            <a:ext cx="2694910" cy="5912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Prénom </a:t>
            </a:r>
            <a:br>
              <a:rPr lang="fr-FR" noProof="0"/>
            </a:br>
            <a:r>
              <a:rPr lang="fr-FR" noProof="0"/>
              <a:t>NOM</a:t>
            </a:r>
          </a:p>
        </p:txBody>
      </p:sp>
      <p:sp>
        <p:nvSpPr>
          <p:cNvPr id="35" name="Photo consultant">
            <a:extLst>
              <a:ext uri="{FF2B5EF4-FFF2-40B4-BE49-F238E27FC236}">
                <a16:creationId xmlns:a16="http://schemas.microsoft.com/office/drawing/2014/main" id="{055DE140-9CDA-56BF-B820-9D13593DCB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1340" y="798071"/>
            <a:ext cx="936000" cy="12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 cap="none" baseline="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2701677272"/>
      </p:ext>
    </p:extLst>
  </p:cSld>
  <p:clrMapOvr>
    <a:masterClrMapping/>
  </p:clrMapOvr>
  <p:hf hdr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2_DC ENG Square Management_p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4D59B02F-D6EB-43C8-7A12-395C27C369C7}"/>
              </a:ext>
            </a:extLst>
          </p:cNvPr>
          <p:cNvSpPr/>
          <p:nvPr/>
        </p:nvSpPr>
        <p:spPr>
          <a:xfrm>
            <a:off x="3246090" y="384313"/>
            <a:ext cx="8502998" cy="6303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>
              <a:latin typeface="+mj-lt"/>
            </a:endParaRPr>
          </a:p>
        </p:txBody>
      </p:sp>
      <p:sp>
        <p:nvSpPr>
          <p:cNvPr id="36" name="Freeform 29">
            <a:extLst>
              <a:ext uri="{FF2B5EF4-FFF2-40B4-BE49-F238E27FC236}">
                <a16:creationId xmlns:a16="http://schemas.microsoft.com/office/drawing/2014/main" id="{DE70B27B-A938-FAA6-ED4E-3AE1B3E263AF}"/>
              </a:ext>
            </a:extLst>
          </p:cNvPr>
          <p:cNvSpPr>
            <a:spLocks noEditPoints="1"/>
          </p:cNvSpPr>
          <p:nvPr/>
        </p:nvSpPr>
        <p:spPr bwMode="auto">
          <a:xfrm>
            <a:off x="2982989" y="1167234"/>
            <a:ext cx="209833" cy="201565"/>
          </a:xfrm>
          <a:custGeom>
            <a:avLst/>
            <a:gdLst>
              <a:gd name="T0" fmla="*/ 75 w 203"/>
              <a:gd name="T1" fmla="*/ 85 h 195"/>
              <a:gd name="T2" fmla="*/ 104 w 203"/>
              <a:gd name="T3" fmla="*/ 114 h 195"/>
              <a:gd name="T4" fmla="*/ 187 w 203"/>
              <a:gd name="T5" fmla="*/ 33 h 195"/>
              <a:gd name="T6" fmla="*/ 169 w 203"/>
              <a:gd name="T7" fmla="*/ 73 h 195"/>
              <a:gd name="T8" fmla="*/ 203 w 203"/>
              <a:gd name="T9" fmla="*/ 76 h 195"/>
              <a:gd name="T10" fmla="*/ 147 w 203"/>
              <a:gd name="T11" fmla="*/ 123 h 195"/>
              <a:gd name="T12" fmla="*/ 164 w 203"/>
              <a:gd name="T13" fmla="*/ 195 h 195"/>
              <a:gd name="T14" fmla="*/ 101 w 203"/>
              <a:gd name="T15" fmla="*/ 158 h 195"/>
              <a:gd name="T16" fmla="*/ 38 w 203"/>
              <a:gd name="T17" fmla="*/ 195 h 195"/>
              <a:gd name="T18" fmla="*/ 54 w 203"/>
              <a:gd name="T19" fmla="*/ 123 h 195"/>
              <a:gd name="T20" fmla="*/ 0 w 203"/>
              <a:gd name="T21" fmla="*/ 76 h 195"/>
              <a:gd name="T22" fmla="*/ 72 w 203"/>
              <a:gd name="T23" fmla="*/ 69 h 195"/>
              <a:gd name="T24" fmla="*/ 101 w 203"/>
              <a:gd name="T25" fmla="*/ 0 h 195"/>
              <a:gd name="T26" fmla="*/ 128 w 203"/>
              <a:gd name="T27" fmla="*/ 62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3" h="195">
                <a:moveTo>
                  <a:pt x="75" y="85"/>
                </a:moveTo>
                <a:lnTo>
                  <a:pt x="104" y="114"/>
                </a:lnTo>
                <a:lnTo>
                  <a:pt x="187" y="33"/>
                </a:lnTo>
                <a:moveTo>
                  <a:pt x="169" y="73"/>
                </a:moveTo>
                <a:lnTo>
                  <a:pt x="203" y="76"/>
                </a:lnTo>
                <a:lnTo>
                  <a:pt x="147" y="123"/>
                </a:lnTo>
                <a:lnTo>
                  <a:pt x="164" y="195"/>
                </a:lnTo>
                <a:lnTo>
                  <a:pt x="101" y="158"/>
                </a:lnTo>
                <a:lnTo>
                  <a:pt x="38" y="195"/>
                </a:lnTo>
                <a:lnTo>
                  <a:pt x="54" y="123"/>
                </a:lnTo>
                <a:lnTo>
                  <a:pt x="0" y="76"/>
                </a:lnTo>
                <a:lnTo>
                  <a:pt x="72" y="69"/>
                </a:lnTo>
                <a:lnTo>
                  <a:pt x="101" y="0"/>
                </a:lnTo>
                <a:lnTo>
                  <a:pt x="128" y="62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b="0" i="0" noProof="0">
              <a:latin typeface="+mj-lt"/>
            </a:endParaRP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6DEE392C-864E-30ED-BF0F-F7A857F67F1A}"/>
              </a:ext>
            </a:extLst>
          </p:cNvPr>
          <p:cNvCxnSpPr>
            <a:cxnSpLocks/>
          </p:cNvCxnSpPr>
          <p:nvPr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Freeform 21">
            <a:extLst>
              <a:ext uri="{FF2B5EF4-FFF2-40B4-BE49-F238E27FC236}">
                <a16:creationId xmlns:a16="http://schemas.microsoft.com/office/drawing/2014/main" id="{F03265E2-C569-CC45-BF3E-7D34AEFDC068}"/>
              </a:ext>
            </a:extLst>
          </p:cNvPr>
          <p:cNvSpPr>
            <a:spLocks noEditPoints="1"/>
          </p:cNvSpPr>
          <p:nvPr/>
        </p:nvSpPr>
        <p:spPr bwMode="auto">
          <a:xfrm>
            <a:off x="2994185" y="2572069"/>
            <a:ext cx="193043" cy="216378"/>
          </a:xfrm>
          <a:custGeom>
            <a:avLst/>
            <a:gdLst>
              <a:gd name="T0" fmla="*/ 90 w 100"/>
              <a:gd name="T1" fmla="*/ 113 h 113"/>
              <a:gd name="T2" fmla="*/ 100 w 100"/>
              <a:gd name="T3" fmla="*/ 113 h 113"/>
              <a:gd name="T4" fmla="*/ 72 w 100"/>
              <a:gd name="T5" fmla="*/ 65 h 113"/>
              <a:gd name="T6" fmla="*/ 68 w 100"/>
              <a:gd name="T7" fmla="*/ 72 h 113"/>
              <a:gd name="T8" fmla="*/ 41 w 100"/>
              <a:gd name="T9" fmla="*/ 4 h 113"/>
              <a:gd name="T10" fmla="*/ 64 w 100"/>
              <a:gd name="T11" fmla="*/ 4 h 113"/>
              <a:gd name="T12" fmla="*/ 68 w 100"/>
              <a:gd name="T13" fmla="*/ 7 h 113"/>
              <a:gd name="T14" fmla="*/ 68 w 100"/>
              <a:gd name="T15" fmla="*/ 21 h 113"/>
              <a:gd name="T16" fmla="*/ 70 w 100"/>
              <a:gd name="T17" fmla="*/ 8 h 113"/>
              <a:gd name="T18" fmla="*/ 81 w 100"/>
              <a:gd name="T19" fmla="*/ 8 h 113"/>
              <a:gd name="T20" fmla="*/ 81 w 100"/>
              <a:gd name="T21" fmla="*/ 35 h 113"/>
              <a:gd name="T22" fmla="*/ 71 w 100"/>
              <a:gd name="T23" fmla="*/ 35 h 113"/>
              <a:gd name="T24" fmla="*/ 68 w 100"/>
              <a:gd name="T25" fmla="*/ 32 h 113"/>
              <a:gd name="T26" fmla="*/ 68 w 100"/>
              <a:gd name="T27" fmla="*/ 30 h 113"/>
              <a:gd name="T28" fmla="*/ 50 w 100"/>
              <a:gd name="T29" fmla="*/ 30 h 113"/>
              <a:gd name="T30" fmla="*/ 41 w 100"/>
              <a:gd name="T31" fmla="*/ 43 h 113"/>
              <a:gd name="T32" fmla="*/ 41 w 100"/>
              <a:gd name="T33" fmla="*/ 0 h 113"/>
              <a:gd name="T34" fmla="*/ 41 w 100"/>
              <a:gd name="T35" fmla="*/ 43 h 113"/>
              <a:gd name="T36" fmla="*/ 81 w 100"/>
              <a:gd name="T37" fmla="*/ 113 h 113"/>
              <a:gd name="T38" fmla="*/ 0 w 100"/>
              <a:gd name="T39" fmla="*/ 113 h 113"/>
              <a:gd name="T40" fmla="*/ 41 w 100"/>
              <a:gd name="T41" fmla="*/ 43 h 113"/>
              <a:gd name="T42" fmla="*/ 53 w 100"/>
              <a:gd name="T43" fmla="*/ 65 h 113"/>
              <a:gd name="T44" fmla="*/ 49 w 100"/>
              <a:gd name="T45" fmla="*/ 70 h 113"/>
              <a:gd name="T46" fmla="*/ 47 w 100"/>
              <a:gd name="T47" fmla="*/ 74 h 113"/>
              <a:gd name="T48" fmla="*/ 41 w 100"/>
              <a:gd name="T49" fmla="*/ 65 h 113"/>
              <a:gd name="T50" fmla="*/ 36 w 100"/>
              <a:gd name="T51" fmla="*/ 74 h 113"/>
              <a:gd name="T52" fmla="*/ 30 w 100"/>
              <a:gd name="T53" fmla="*/ 65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0" h="113">
                <a:moveTo>
                  <a:pt x="90" y="113"/>
                </a:moveTo>
                <a:cubicBezTo>
                  <a:pt x="100" y="113"/>
                  <a:pt x="100" y="113"/>
                  <a:pt x="100" y="113"/>
                </a:cubicBezTo>
                <a:cubicBezTo>
                  <a:pt x="72" y="65"/>
                  <a:pt x="72" y="65"/>
                  <a:pt x="72" y="65"/>
                </a:cubicBezTo>
                <a:cubicBezTo>
                  <a:pt x="68" y="72"/>
                  <a:pt x="68" y="72"/>
                  <a:pt x="68" y="72"/>
                </a:cubicBezTo>
                <a:moveTo>
                  <a:pt x="41" y="4"/>
                </a:moveTo>
                <a:cubicBezTo>
                  <a:pt x="64" y="4"/>
                  <a:pt x="64" y="4"/>
                  <a:pt x="64" y="4"/>
                </a:cubicBezTo>
                <a:cubicBezTo>
                  <a:pt x="66" y="4"/>
                  <a:pt x="68" y="5"/>
                  <a:pt x="68" y="7"/>
                </a:cubicBezTo>
                <a:cubicBezTo>
                  <a:pt x="68" y="21"/>
                  <a:pt x="68" y="21"/>
                  <a:pt x="68" y="21"/>
                </a:cubicBezTo>
                <a:moveTo>
                  <a:pt x="70" y="8"/>
                </a:moveTo>
                <a:cubicBezTo>
                  <a:pt x="81" y="8"/>
                  <a:pt x="81" y="8"/>
                  <a:pt x="81" y="8"/>
                </a:cubicBezTo>
                <a:cubicBezTo>
                  <a:pt x="81" y="35"/>
                  <a:pt x="81" y="35"/>
                  <a:pt x="8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69" y="35"/>
                  <a:pt x="68" y="34"/>
                  <a:pt x="68" y="32"/>
                </a:cubicBezTo>
                <a:cubicBezTo>
                  <a:pt x="68" y="30"/>
                  <a:pt x="68" y="30"/>
                  <a:pt x="68" y="30"/>
                </a:cubicBezTo>
                <a:cubicBezTo>
                  <a:pt x="50" y="30"/>
                  <a:pt x="50" y="30"/>
                  <a:pt x="50" y="30"/>
                </a:cubicBezTo>
                <a:moveTo>
                  <a:pt x="41" y="43"/>
                </a:moveTo>
                <a:cubicBezTo>
                  <a:pt x="41" y="0"/>
                  <a:pt x="41" y="0"/>
                  <a:pt x="41" y="0"/>
                </a:cubicBezTo>
                <a:moveTo>
                  <a:pt x="41" y="43"/>
                </a:moveTo>
                <a:cubicBezTo>
                  <a:pt x="81" y="113"/>
                  <a:pt x="81" y="113"/>
                  <a:pt x="81" y="113"/>
                </a:cubicBezTo>
                <a:cubicBezTo>
                  <a:pt x="0" y="113"/>
                  <a:pt x="0" y="113"/>
                  <a:pt x="0" y="113"/>
                </a:cubicBezTo>
                <a:lnTo>
                  <a:pt x="41" y="43"/>
                </a:lnTo>
                <a:close/>
                <a:moveTo>
                  <a:pt x="53" y="65"/>
                </a:moveTo>
                <a:cubicBezTo>
                  <a:pt x="49" y="70"/>
                  <a:pt x="49" y="70"/>
                  <a:pt x="49" y="70"/>
                </a:cubicBezTo>
                <a:cubicBezTo>
                  <a:pt x="47" y="74"/>
                  <a:pt x="47" y="74"/>
                  <a:pt x="47" y="74"/>
                </a:cubicBezTo>
                <a:cubicBezTo>
                  <a:pt x="41" y="65"/>
                  <a:pt x="41" y="65"/>
                  <a:pt x="41" y="65"/>
                </a:cubicBezTo>
                <a:cubicBezTo>
                  <a:pt x="36" y="74"/>
                  <a:pt x="36" y="74"/>
                  <a:pt x="36" y="74"/>
                </a:cubicBezTo>
                <a:cubicBezTo>
                  <a:pt x="30" y="65"/>
                  <a:pt x="30" y="65"/>
                  <a:pt x="30" y="65"/>
                </a:cubicBez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b="0" i="0" noProof="0">
              <a:latin typeface="+mj-lt"/>
            </a:endParaRPr>
          </a:p>
        </p:txBody>
      </p: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250251A5-CF1D-2BD5-324A-6F54A15D3CD5}"/>
              </a:ext>
            </a:extLst>
          </p:cNvPr>
          <p:cNvCxnSpPr>
            <a:cxnSpLocks/>
          </p:cNvCxnSpPr>
          <p:nvPr/>
        </p:nvCxnSpPr>
        <p:spPr>
          <a:xfrm>
            <a:off x="3344559" y="2775049"/>
            <a:ext cx="1181911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5DD8CE85-46B8-535C-F2D8-73520C33CE86}"/>
              </a:ext>
            </a:extLst>
          </p:cNvPr>
          <p:cNvCxnSpPr>
            <a:cxnSpLocks/>
          </p:cNvCxnSpPr>
          <p:nvPr/>
        </p:nvCxnSpPr>
        <p:spPr>
          <a:xfrm>
            <a:off x="3344559" y="1355757"/>
            <a:ext cx="920033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45EBADED-97EB-CE14-116B-10FF0A9C3124}"/>
              </a:ext>
            </a:extLst>
          </p:cNvPr>
          <p:cNvSpPr/>
          <p:nvPr/>
        </p:nvSpPr>
        <p:spPr>
          <a:xfrm>
            <a:off x="3246090" y="1122578"/>
            <a:ext cx="1619999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CONTEXT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2FA61B88-0A7F-DD26-A119-B8BC39FB0F9A}"/>
              </a:ext>
            </a:extLst>
          </p:cNvPr>
          <p:cNvSpPr/>
          <p:nvPr/>
        </p:nvSpPr>
        <p:spPr>
          <a:xfrm>
            <a:off x="3246090" y="2542226"/>
            <a:ext cx="1619999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ASSIGNMENT</a:t>
            </a:r>
          </a:p>
        </p:txBody>
      </p:sp>
      <p:cxnSp>
        <p:nvCxnSpPr>
          <p:cNvPr id="43" name="Connecteur droit 42">
            <a:extLst>
              <a:ext uri="{FF2B5EF4-FFF2-40B4-BE49-F238E27FC236}">
                <a16:creationId xmlns:a16="http://schemas.microsoft.com/office/drawing/2014/main" id="{990635EC-24F3-24AA-6780-2AF85FAFF6F3}"/>
              </a:ext>
            </a:extLst>
          </p:cNvPr>
          <p:cNvCxnSpPr>
            <a:cxnSpLocks/>
          </p:cNvCxnSpPr>
          <p:nvPr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Espace réservé du texte 4">
            <a:extLst>
              <a:ext uri="{FF2B5EF4-FFF2-40B4-BE49-F238E27FC236}">
                <a16:creationId xmlns:a16="http://schemas.microsoft.com/office/drawing/2014/main" id="{CE2B7F1E-7D6A-A066-54CC-2D6D3ECE71DD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6090" y="2861233"/>
            <a:ext cx="8502307" cy="378142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5" name="Espace réservé du texte 2">
            <a:extLst>
              <a:ext uri="{FF2B5EF4-FFF2-40B4-BE49-F238E27FC236}">
                <a16:creationId xmlns:a16="http://schemas.microsoft.com/office/drawing/2014/main" id="{46D737F8-52D5-36B3-8B19-DF629BA4AA1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5745" y="1442008"/>
            <a:ext cx="8502652" cy="777875"/>
          </a:xfrm>
          <a:prstGeom prst="rect">
            <a:avLst/>
          </a:prstGeom>
        </p:spPr>
        <p:txBody>
          <a:bodyPr>
            <a:noAutofit/>
          </a:bodyPr>
          <a:lstStyle>
            <a:lvl1pPr marL="0" indent="0" algn="l">
              <a:spcBef>
                <a:spcPts val="200"/>
              </a:spcBef>
              <a:buFont typeface="Arial" panose="020B0604020202020204" pitchFamily="34" charset="0"/>
              <a:buNone/>
              <a:defRPr sz="1100" b="0"/>
            </a:lvl1pPr>
            <a:lvl2pPr marL="285750" indent="-2857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2pPr>
            <a:lvl3pPr marL="171450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3pPr>
            <a:lvl4pPr marL="3508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4pPr>
            <a:lvl5pPr marL="528637" indent="-171450" algn="l">
              <a:spcBef>
                <a:spcPts val="200"/>
              </a:spcBef>
              <a:buFont typeface="Arial" panose="020B0604020202020204" pitchFamily="34" charset="0"/>
              <a:buChar char="•"/>
              <a:defRPr sz="1100" b="0"/>
            </a:lvl5pPr>
          </a:lstStyle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AB213689-6C34-16FE-8D24-5A84346D1D00}"/>
              </a:ext>
            </a:extLst>
          </p:cNvPr>
          <p:cNvSpPr/>
          <p:nvPr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>
              <a:latin typeface="+mj-lt"/>
            </a:endParaRPr>
          </a:p>
        </p:txBody>
      </p:sp>
      <p:pic>
        <p:nvPicPr>
          <p:cNvPr id="47" name="Image 46">
            <a:extLst>
              <a:ext uri="{FF2B5EF4-FFF2-40B4-BE49-F238E27FC236}">
                <a16:creationId xmlns:a16="http://schemas.microsoft.com/office/drawing/2014/main" id="{186D897A-2A12-DE6F-F45C-E029FAB50D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  <p:cxnSp>
        <p:nvCxnSpPr>
          <p:cNvPr id="48" name="Connecteur droit 47">
            <a:extLst>
              <a:ext uri="{FF2B5EF4-FFF2-40B4-BE49-F238E27FC236}">
                <a16:creationId xmlns:a16="http://schemas.microsoft.com/office/drawing/2014/main" id="{D130BF15-A322-64F6-902F-3D1F9510E876}"/>
              </a:ext>
            </a:extLst>
          </p:cNvPr>
          <p:cNvCxnSpPr>
            <a:cxnSpLocks/>
          </p:cNvCxnSpPr>
          <p:nvPr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eur droit 48">
            <a:extLst>
              <a:ext uri="{FF2B5EF4-FFF2-40B4-BE49-F238E27FC236}">
                <a16:creationId xmlns:a16="http://schemas.microsoft.com/office/drawing/2014/main" id="{DA152E4C-52E0-9702-0348-195D71B439ED}"/>
              </a:ext>
            </a:extLst>
          </p:cNvPr>
          <p:cNvCxnSpPr>
            <a:cxnSpLocks/>
          </p:cNvCxnSpPr>
          <p:nvPr/>
        </p:nvCxnSpPr>
        <p:spPr>
          <a:xfrm>
            <a:off x="3344559" y="1355757"/>
            <a:ext cx="920033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Connecteur droit 49">
            <a:extLst>
              <a:ext uri="{FF2B5EF4-FFF2-40B4-BE49-F238E27FC236}">
                <a16:creationId xmlns:a16="http://schemas.microsoft.com/office/drawing/2014/main" id="{04C50D8C-6203-0CC8-BD51-60FDE920D2F0}"/>
              </a:ext>
            </a:extLst>
          </p:cNvPr>
          <p:cNvCxnSpPr>
            <a:cxnSpLocks/>
          </p:cNvCxnSpPr>
          <p:nvPr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Mois">
            <a:extLst>
              <a:ext uri="{FF2B5EF4-FFF2-40B4-BE49-F238E27FC236}">
                <a16:creationId xmlns:a16="http://schemas.microsoft.com/office/drawing/2014/main" id="{471A76B2-267F-5847-F9B7-2F35612479B8}"/>
              </a:ext>
            </a:extLst>
          </p:cNvPr>
          <p:cNvSpPr>
            <a:spLocks noGrp="1"/>
          </p:cNvSpPr>
          <p:nvPr>
            <p:ph type="body" idx="50" hasCustomPrompt="1"/>
          </p:nvPr>
        </p:nvSpPr>
        <p:spPr>
          <a:xfrm>
            <a:off x="10850335" y="690949"/>
            <a:ext cx="867451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r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Mois</a:t>
            </a:r>
          </a:p>
        </p:txBody>
      </p:sp>
      <p:sp>
        <p:nvSpPr>
          <p:cNvPr id="52" name="Rôle">
            <a:extLst>
              <a:ext uri="{FF2B5EF4-FFF2-40B4-BE49-F238E27FC236}">
                <a16:creationId xmlns:a16="http://schemas.microsoft.com/office/drawing/2014/main" id="{9AEC9BE0-E193-E712-90DB-9AFCEC67BB8B}"/>
              </a:ext>
            </a:extLst>
          </p:cNvPr>
          <p:cNvSpPr>
            <a:spLocks noGrp="1"/>
          </p:cNvSpPr>
          <p:nvPr>
            <p:ph type="body" idx="49" hasCustomPrompt="1"/>
          </p:nvPr>
        </p:nvSpPr>
        <p:spPr>
          <a:xfrm>
            <a:off x="6417698" y="717602"/>
            <a:ext cx="401217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RÔLE</a:t>
            </a:r>
          </a:p>
        </p:txBody>
      </p:sp>
      <p:sp>
        <p:nvSpPr>
          <p:cNvPr id="53" name="Nom du projet">
            <a:extLst>
              <a:ext uri="{FF2B5EF4-FFF2-40B4-BE49-F238E27FC236}">
                <a16:creationId xmlns:a16="http://schemas.microsoft.com/office/drawing/2014/main" id="{06C65F82-21AD-B849-C62F-45C3714FEDA4}"/>
              </a:ext>
            </a:extLst>
          </p:cNvPr>
          <p:cNvSpPr>
            <a:spLocks noGrp="1"/>
          </p:cNvSpPr>
          <p:nvPr>
            <p:ph type="body" idx="48" hasCustomPrompt="1"/>
          </p:nvPr>
        </p:nvSpPr>
        <p:spPr>
          <a:xfrm>
            <a:off x="6417698" y="471983"/>
            <a:ext cx="401217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NOM DU projet</a:t>
            </a:r>
          </a:p>
        </p:txBody>
      </p:sp>
      <p:sp>
        <p:nvSpPr>
          <p:cNvPr id="54" name="Direction">
            <a:extLst>
              <a:ext uri="{FF2B5EF4-FFF2-40B4-BE49-F238E27FC236}">
                <a16:creationId xmlns:a16="http://schemas.microsoft.com/office/drawing/2014/main" id="{31ABE430-5361-AF04-12AD-C1D9738A4812}"/>
              </a:ext>
            </a:extLst>
          </p:cNvPr>
          <p:cNvSpPr>
            <a:spLocks noGrp="1"/>
          </p:cNvSpPr>
          <p:nvPr>
            <p:ph type="body" idx="47" hasCustomPrompt="1"/>
          </p:nvPr>
        </p:nvSpPr>
        <p:spPr>
          <a:xfrm>
            <a:off x="3445971" y="717602"/>
            <a:ext cx="258743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none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Direction</a:t>
            </a:r>
          </a:p>
        </p:txBody>
      </p:sp>
      <p:sp>
        <p:nvSpPr>
          <p:cNvPr id="55" name="Nom du client">
            <a:extLst>
              <a:ext uri="{FF2B5EF4-FFF2-40B4-BE49-F238E27FC236}">
                <a16:creationId xmlns:a16="http://schemas.microsoft.com/office/drawing/2014/main" id="{63D93690-73D0-6020-C1D3-53D36AD33C80}"/>
              </a:ext>
            </a:extLst>
          </p:cNvPr>
          <p:cNvSpPr>
            <a:spLocks noGrp="1"/>
          </p:cNvSpPr>
          <p:nvPr>
            <p:ph type="body" idx="46" hasCustomPrompt="1"/>
          </p:nvPr>
        </p:nvSpPr>
        <p:spPr>
          <a:xfrm>
            <a:off x="3445971" y="471983"/>
            <a:ext cx="2587435" cy="20184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000" b="0" i="0" kern="1200" cap="all" spc="0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NOM DU CLIENT</a:t>
            </a:r>
          </a:p>
        </p:txBody>
      </p:sp>
    </p:spTree>
    <p:extLst>
      <p:ext uri="{BB962C8B-B14F-4D97-AF65-F5344CB8AC3E}">
        <p14:creationId xmlns:p14="http://schemas.microsoft.com/office/powerpoint/2010/main" val="2875432855"/>
      </p:ext>
    </p:extLst>
  </p:cSld>
  <p:clrMapOvr>
    <a:masterClrMapping/>
  </p:clrMapOvr>
  <p:hf hd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933392CD-2193-534A-B7C7-E1D6A4CD61B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626267" y="6215145"/>
            <a:ext cx="3429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150876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1_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 4">
            <a:extLst>
              <a:ext uri="{FF2B5EF4-FFF2-40B4-BE49-F238E27FC236}">
                <a16:creationId xmlns:a16="http://schemas.microsoft.com/office/drawing/2014/main" id="{FA389943-C8F2-6046-B0FB-C7F29410133D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79998" y="180001"/>
            <a:ext cx="11831999" cy="6498000"/>
          </a:xfrm>
          <a:prstGeom prst="rect">
            <a:avLst/>
          </a:prstGeom>
        </p:spPr>
      </p:pic>
      <p:sp>
        <p:nvSpPr>
          <p:cNvPr id="9" name="ZoneTexte 8">
            <a:extLst>
              <a:ext uri="{FF2B5EF4-FFF2-40B4-BE49-F238E27FC236}">
                <a16:creationId xmlns:a16="http://schemas.microsoft.com/office/drawing/2014/main" id="{C9441F64-CDC3-FB40-8355-EF5AE6076CFA}"/>
              </a:ext>
            </a:extLst>
          </p:cNvPr>
          <p:cNvSpPr txBox="1"/>
          <p:nvPr/>
        </p:nvSpPr>
        <p:spPr>
          <a:xfrm>
            <a:off x="1083158" y="5253353"/>
            <a:ext cx="2842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Square Management</a:t>
            </a:r>
            <a:b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</a:br>
            <a:endParaRPr lang="fr-FR" sz="1200" kern="120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@</a:t>
            </a:r>
            <a:r>
              <a:rPr lang="fr-FR" sz="1200" kern="1200" err="1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square_managem</a:t>
            </a:r>
            <a:b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</a:br>
            <a:endParaRPr lang="fr-FR" sz="1200" kern="120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  <a:p>
            <a:endParaRPr lang="fr-FR" sz="1200" kern="120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</p:txBody>
      </p:sp>
      <p:sp>
        <p:nvSpPr>
          <p:cNvPr id="19" name="ZoneTexte 18">
            <a:extLst>
              <a:ext uri="{FF2B5EF4-FFF2-40B4-BE49-F238E27FC236}">
                <a16:creationId xmlns:a16="http://schemas.microsoft.com/office/drawing/2014/main" id="{F57BD5C4-D100-6944-8B37-B3379102ADA1}"/>
              </a:ext>
            </a:extLst>
          </p:cNvPr>
          <p:cNvSpPr txBox="1"/>
          <p:nvPr/>
        </p:nvSpPr>
        <p:spPr>
          <a:xfrm>
            <a:off x="789850" y="3823730"/>
            <a:ext cx="3335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0" i="0">
                <a:solidFill>
                  <a:schemeClr val="bg1"/>
                </a:solidFill>
                <a:effectLst/>
                <a:latin typeface="+mj-lt"/>
              </a:rPr>
              <a:t>173 Avenue Achille Peretti</a:t>
            </a:r>
          </a:p>
          <a:p>
            <a:r>
              <a:rPr lang="fr-FR" sz="1200" b="0" i="0">
                <a:solidFill>
                  <a:schemeClr val="bg1"/>
                </a:solidFill>
                <a:effectLst/>
                <a:latin typeface="+mj-lt"/>
              </a:rPr>
              <a:t>92200 Neuilly-sur-Seine</a:t>
            </a:r>
          </a:p>
          <a:p>
            <a:r>
              <a:rPr lang="fr-FR" sz="1200" b="0" i="0">
                <a:solidFill>
                  <a:schemeClr val="bg1"/>
                </a:solidFill>
                <a:effectLst/>
                <a:latin typeface="+mj-lt"/>
              </a:rPr>
              <a:t>+33 (0)1 46 40 40 00</a:t>
            </a:r>
          </a:p>
          <a:p>
            <a:endParaRPr lang="fr-FR" sz="1200" b="0" i="0">
              <a:solidFill>
                <a:schemeClr val="bg1"/>
              </a:solidFill>
              <a:effectLst/>
              <a:latin typeface="+mj-lt"/>
            </a:endParaRPr>
          </a:p>
          <a:p>
            <a:r>
              <a:rPr lang="fr-FR" sz="1200" b="0" i="0">
                <a:solidFill>
                  <a:schemeClr val="bg2"/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square-management.com</a:t>
            </a:r>
            <a:endParaRPr lang="fr-FR" sz="1200" b="0" i="0">
              <a:solidFill>
                <a:schemeClr val="bg2"/>
              </a:solidFill>
              <a:effectLst/>
              <a:latin typeface="+mj-lt"/>
            </a:endParaRPr>
          </a:p>
        </p:txBody>
      </p:sp>
      <p:pic>
        <p:nvPicPr>
          <p:cNvPr id="10" name="Image 9">
            <a:extLst>
              <a:ext uri="{FF2B5EF4-FFF2-40B4-BE49-F238E27FC236}">
                <a16:creationId xmlns:a16="http://schemas.microsoft.com/office/drawing/2014/main" id="{6114B201-2FD7-9E41-942B-BE0FEC45D5B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56" y="2715068"/>
            <a:ext cx="2756514" cy="1017868"/>
          </a:xfrm>
          <a:prstGeom prst="rect">
            <a:avLst/>
          </a:prstGeom>
        </p:spPr>
      </p:pic>
      <p:sp>
        <p:nvSpPr>
          <p:cNvPr id="7" name="Ellipse 6">
            <a:extLst>
              <a:ext uri="{FF2B5EF4-FFF2-40B4-BE49-F238E27FC236}">
                <a16:creationId xmlns:a16="http://schemas.microsoft.com/office/drawing/2014/main" id="{9670F99D-21B3-BF25-2B40-75F5313262BD}"/>
              </a:ext>
            </a:extLst>
          </p:cNvPr>
          <p:cNvSpPr/>
          <p:nvPr/>
        </p:nvSpPr>
        <p:spPr>
          <a:xfrm>
            <a:off x="866828" y="5669671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err="1">
              <a:latin typeface="+mj-lt"/>
            </a:endParaRPr>
          </a:p>
        </p:txBody>
      </p:sp>
      <p:grpSp>
        <p:nvGrpSpPr>
          <p:cNvPr id="12" name="Groupe 11">
            <a:extLst>
              <a:ext uri="{FF2B5EF4-FFF2-40B4-BE49-F238E27FC236}">
                <a16:creationId xmlns:a16="http://schemas.microsoft.com/office/drawing/2014/main" id="{4CBDA099-4DFC-4DBF-6721-2123179C542D}"/>
              </a:ext>
            </a:extLst>
          </p:cNvPr>
          <p:cNvGrpSpPr/>
          <p:nvPr/>
        </p:nvGrpSpPr>
        <p:grpSpPr>
          <a:xfrm>
            <a:off x="866828" y="5302580"/>
            <a:ext cx="216000" cy="216000"/>
            <a:chOff x="866828" y="5302580"/>
            <a:chExt cx="216000" cy="216000"/>
          </a:xfrm>
        </p:grpSpPr>
        <p:sp>
          <p:nvSpPr>
            <p:cNvPr id="14" name="Ellipse 13">
              <a:extLst>
                <a:ext uri="{FF2B5EF4-FFF2-40B4-BE49-F238E27FC236}">
                  <a16:creationId xmlns:a16="http://schemas.microsoft.com/office/drawing/2014/main" id="{13DC3E0B-E066-ECD4-291F-77651FA50F59}"/>
                </a:ext>
              </a:extLst>
            </p:cNvPr>
            <p:cNvSpPr/>
            <p:nvPr/>
          </p:nvSpPr>
          <p:spPr>
            <a:xfrm>
              <a:off x="866828" y="5302580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err="1">
                <a:latin typeface="+mj-lt"/>
              </a:endParaRPr>
            </a:p>
          </p:txBody>
        </p:sp>
        <p:pic>
          <p:nvPicPr>
            <p:cNvPr id="16" name="Image 15">
              <a:extLst>
                <a:ext uri="{FF2B5EF4-FFF2-40B4-BE49-F238E27FC236}">
                  <a16:creationId xmlns:a16="http://schemas.microsoft.com/office/drawing/2014/main" id="{C1E12F44-9057-4CEF-E14D-7D89A6BBBD7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57" t="17640" r="19076" b="23346"/>
            <a:stretch/>
          </p:blipFill>
          <p:spPr>
            <a:xfrm>
              <a:off x="909973" y="5345119"/>
              <a:ext cx="129710" cy="130923"/>
            </a:xfrm>
            <a:prstGeom prst="rect">
              <a:avLst/>
            </a:prstGeom>
          </p:spPr>
        </p:pic>
      </p:grpSp>
      <p:pic>
        <p:nvPicPr>
          <p:cNvPr id="2" name="Picture 2" descr="Twitter X - Logo Illustration par Chamus Cat · Creative Fabrica">
            <a:extLst>
              <a:ext uri="{FF2B5EF4-FFF2-40B4-BE49-F238E27FC236}">
                <a16:creationId xmlns:a16="http://schemas.microsoft.com/office/drawing/2014/main" id="{F3D18641-57A2-CF23-0D5A-634A5B0E82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07" y="5703587"/>
            <a:ext cx="237867" cy="15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6F913BB8-EF01-6FF9-BFA9-33EF815ED14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79998" y="180001"/>
            <a:ext cx="11831999" cy="649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30333734-2678-2D60-BC7F-56CCF5042F7B}"/>
              </a:ext>
            </a:extLst>
          </p:cNvPr>
          <p:cNvSpPr txBox="1"/>
          <p:nvPr userDrawn="1"/>
        </p:nvSpPr>
        <p:spPr>
          <a:xfrm>
            <a:off x="1083158" y="5253353"/>
            <a:ext cx="2842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Square Management</a:t>
            </a:r>
            <a:b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</a:br>
            <a:endParaRPr lang="fr-FR" sz="1200" kern="120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@</a:t>
            </a:r>
            <a:r>
              <a:rPr lang="fr-FR" sz="1200" kern="1200" err="1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square_managem</a:t>
            </a:r>
            <a:br>
              <a:rPr lang="fr-FR" sz="1200" kern="120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</a:br>
            <a:endParaRPr lang="fr-FR" sz="1200" kern="120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  <a:p>
            <a:endParaRPr lang="fr-FR" sz="1200" kern="120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F4428D1F-1836-384E-D9D7-86E717993A29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828" y="5302250"/>
            <a:ext cx="216330" cy="216330"/>
          </a:xfrm>
          <a:prstGeom prst="rect">
            <a:avLst/>
          </a:prstGeom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D264018C-CC2B-C5C6-E4BC-1847A70CEE83}"/>
              </a:ext>
            </a:extLst>
          </p:cNvPr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6828" y="5669671"/>
            <a:ext cx="216330" cy="216330"/>
          </a:xfrm>
          <a:prstGeom prst="rect">
            <a:avLst/>
          </a:prstGeom>
        </p:spPr>
      </p:pic>
      <p:sp>
        <p:nvSpPr>
          <p:cNvPr id="11" name="ZoneTexte 10">
            <a:extLst>
              <a:ext uri="{FF2B5EF4-FFF2-40B4-BE49-F238E27FC236}">
                <a16:creationId xmlns:a16="http://schemas.microsoft.com/office/drawing/2014/main" id="{552B6426-2579-7E18-20A2-A436B30C2674}"/>
              </a:ext>
            </a:extLst>
          </p:cNvPr>
          <p:cNvSpPr txBox="1"/>
          <p:nvPr userDrawn="1"/>
        </p:nvSpPr>
        <p:spPr>
          <a:xfrm>
            <a:off x="789850" y="3823730"/>
            <a:ext cx="3335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0" i="0">
                <a:solidFill>
                  <a:schemeClr val="bg1"/>
                </a:solidFill>
                <a:effectLst/>
                <a:latin typeface="+mj-lt"/>
              </a:rPr>
              <a:t>173 Avenue Achille Peretti</a:t>
            </a:r>
          </a:p>
          <a:p>
            <a:r>
              <a:rPr lang="fr-FR" sz="1200" b="0" i="0">
                <a:solidFill>
                  <a:schemeClr val="bg1"/>
                </a:solidFill>
                <a:effectLst/>
                <a:latin typeface="+mj-lt"/>
              </a:rPr>
              <a:t>92200 Neuilly-sur-Seine</a:t>
            </a:r>
          </a:p>
          <a:p>
            <a:r>
              <a:rPr lang="fr-FR" sz="1200" b="0" i="0">
                <a:solidFill>
                  <a:schemeClr val="bg1"/>
                </a:solidFill>
                <a:effectLst/>
                <a:latin typeface="+mj-lt"/>
              </a:rPr>
              <a:t>+33 (0)1 46 40 40 00</a:t>
            </a:r>
          </a:p>
          <a:p>
            <a:endParaRPr lang="fr-FR" sz="1200" b="0" i="0">
              <a:solidFill>
                <a:schemeClr val="bg1"/>
              </a:solidFill>
              <a:effectLst/>
              <a:latin typeface="+mj-lt"/>
            </a:endParaRPr>
          </a:p>
          <a:p>
            <a:r>
              <a:rPr lang="fr-FR" sz="1200" b="0" i="0">
                <a:solidFill>
                  <a:schemeClr val="bg2"/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square-management.com</a:t>
            </a:r>
            <a:endParaRPr lang="fr-FR" sz="1200" b="0" i="0">
              <a:solidFill>
                <a:schemeClr val="bg2"/>
              </a:solidFill>
              <a:effectLst/>
              <a:latin typeface="+mj-lt"/>
            </a:endParaRPr>
          </a:p>
        </p:txBody>
      </p:sp>
      <p:pic>
        <p:nvPicPr>
          <p:cNvPr id="13" name="Image 12">
            <a:extLst>
              <a:ext uri="{FF2B5EF4-FFF2-40B4-BE49-F238E27FC236}">
                <a16:creationId xmlns:a16="http://schemas.microsoft.com/office/drawing/2014/main" id="{E051B09F-79CD-73B3-A395-E2DC5632A477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56" y="2715068"/>
            <a:ext cx="2756514" cy="10178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38000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52">
          <p15:clr>
            <a:srgbClr val="FBAE40"/>
          </p15:clr>
        </p15:guide>
        <p15:guide id="2" pos="55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DC Square_p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Rectangle 1">
            <a:extLst>
              <a:ext uri="{FF2B5EF4-FFF2-40B4-BE49-F238E27FC236}">
                <a16:creationId xmlns:a16="http://schemas.microsoft.com/office/drawing/2014/main" id="{914D9A61-28D5-4D63-82B1-1A7EB0BA03A8}"/>
              </a:ext>
            </a:extLst>
          </p:cNvPr>
          <p:cNvSpPr/>
          <p:nvPr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>
              <a:latin typeface="+mj-lt"/>
            </a:endParaRPr>
          </a:p>
        </p:txBody>
      </p:sp>
      <p:pic>
        <p:nvPicPr>
          <p:cNvPr id="5" name="Image 4">
            <a:extLst>
              <a:ext uri="{FF2B5EF4-FFF2-40B4-BE49-F238E27FC236}">
                <a16:creationId xmlns:a16="http://schemas.microsoft.com/office/drawing/2014/main" id="{5CD54773-69E1-5DB5-5BFC-B77FA97549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  <p:sp>
        <p:nvSpPr>
          <p:cNvPr id="71" name="Titre Publications">
            <a:extLst>
              <a:ext uri="{FF2B5EF4-FFF2-40B4-BE49-F238E27FC236}">
                <a16:creationId xmlns:a16="http://schemas.microsoft.com/office/drawing/2014/main" id="{A664271A-1023-40AB-9ABC-48B3606233F8}"/>
              </a:ext>
            </a:extLst>
          </p:cNvPr>
          <p:cNvSpPr/>
          <p:nvPr/>
        </p:nvSpPr>
        <p:spPr>
          <a:xfrm>
            <a:off x="6080045" y="5605048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PUBLICATIONS</a:t>
            </a:r>
          </a:p>
        </p:txBody>
      </p:sp>
      <p:cxnSp>
        <p:nvCxnSpPr>
          <p:cNvPr id="58" name="Trait vestical 2">
            <a:extLst>
              <a:ext uri="{FF2B5EF4-FFF2-40B4-BE49-F238E27FC236}">
                <a16:creationId xmlns:a16="http://schemas.microsoft.com/office/drawing/2014/main" id="{0EFA3662-2C42-4437-84EF-F3C5480D13CB}"/>
              </a:ext>
            </a:extLst>
          </p:cNvPr>
          <p:cNvCxnSpPr>
            <a:cxnSpLocks/>
          </p:cNvCxnSpPr>
          <p:nvPr/>
        </p:nvCxnSpPr>
        <p:spPr>
          <a:xfrm>
            <a:off x="8796474" y="2539134"/>
            <a:ext cx="0" cy="2931533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Trait vertical 1">
            <a:extLst>
              <a:ext uri="{FF2B5EF4-FFF2-40B4-BE49-F238E27FC236}">
                <a16:creationId xmlns:a16="http://schemas.microsoft.com/office/drawing/2014/main" id="{D17CD3DA-2CBA-4052-8512-92FD228CEAB8}"/>
              </a:ext>
            </a:extLst>
          </p:cNvPr>
          <p:cNvCxnSpPr>
            <a:cxnSpLocks/>
          </p:cNvCxnSpPr>
          <p:nvPr/>
        </p:nvCxnSpPr>
        <p:spPr>
          <a:xfrm>
            <a:off x="5942544" y="2539134"/>
            <a:ext cx="0" cy="4248081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Trait horizontal 1">
            <a:extLst>
              <a:ext uri="{FF2B5EF4-FFF2-40B4-BE49-F238E27FC236}">
                <a16:creationId xmlns:a16="http://schemas.microsoft.com/office/drawing/2014/main" id="{2FB8A599-5C89-44FA-8C45-177FCA4DD786}"/>
              </a:ext>
            </a:extLst>
          </p:cNvPr>
          <p:cNvCxnSpPr>
            <a:cxnSpLocks/>
          </p:cNvCxnSpPr>
          <p:nvPr/>
        </p:nvCxnSpPr>
        <p:spPr>
          <a:xfrm>
            <a:off x="3246090" y="2342207"/>
            <a:ext cx="8412502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Texte Publications">
            <a:extLst>
              <a:ext uri="{FF2B5EF4-FFF2-40B4-BE49-F238E27FC236}">
                <a16:creationId xmlns:a16="http://schemas.microsoft.com/office/drawing/2014/main" id="{F77F8E13-66E7-42C8-9ADD-012C974A1F0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080046" y="5905365"/>
            <a:ext cx="5578546" cy="775520"/>
          </a:xfrm>
          <a:prstGeom prst="rect">
            <a:avLst/>
          </a:pr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/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62" name="Trait Publications">
            <a:extLst>
              <a:ext uri="{FF2B5EF4-FFF2-40B4-BE49-F238E27FC236}">
                <a16:creationId xmlns:a16="http://schemas.microsoft.com/office/drawing/2014/main" id="{03CF71A9-2CE7-42F2-B488-DBEF175DE77A}"/>
              </a:ext>
            </a:extLst>
          </p:cNvPr>
          <p:cNvCxnSpPr>
            <a:cxnSpLocks/>
          </p:cNvCxnSpPr>
          <p:nvPr/>
        </p:nvCxnSpPr>
        <p:spPr>
          <a:xfrm>
            <a:off x="6197613" y="5828029"/>
            <a:ext cx="1352673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Texte Langues">
            <a:extLst>
              <a:ext uri="{FF2B5EF4-FFF2-40B4-BE49-F238E27FC236}">
                <a16:creationId xmlns:a16="http://schemas.microsoft.com/office/drawing/2014/main" id="{2311479D-035F-4430-83F7-928BBDFC4CC3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8997555" y="4747901"/>
            <a:ext cx="2661037" cy="722766"/>
          </a:xfrm>
          <a:prstGeom prst="rect">
            <a:avLst/>
          </a:prstGeom>
        </p:spPr>
        <p:txBody>
          <a:bodyPr wrap="square">
            <a:noAutofit/>
          </a:bodyPr>
          <a:lstStyle>
            <a:lvl1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 b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/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66" name="Trait Langues">
            <a:extLst>
              <a:ext uri="{FF2B5EF4-FFF2-40B4-BE49-F238E27FC236}">
                <a16:creationId xmlns:a16="http://schemas.microsoft.com/office/drawing/2014/main" id="{AD76F9C0-CDC7-446C-8CAC-F762296D27FE}"/>
              </a:ext>
            </a:extLst>
          </p:cNvPr>
          <p:cNvCxnSpPr>
            <a:cxnSpLocks/>
          </p:cNvCxnSpPr>
          <p:nvPr/>
        </p:nvCxnSpPr>
        <p:spPr>
          <a:xfrm>
            <a:off x="9090429" y="4656013"/>
            <a:ext cx="82573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Titre Langues">
            <a:extLst>
              <a:ext uri="{FF2B5EF4-FFF2-40B4-BE49-F238E27FC236}">
                <a16:creationId xmlns:a16="http://schemas.microsoft.com/office/drawing/2014/main" id="{B632BA62-7683-4BF6-A0C2-23A08C837FD8}"/>
              </a:ext>
            </a:extLst>
          </p:cNvPr>
          <p:cNvSpPr/>
          <p:nvPr/>
        </p:nvSpPr>
        <p:spPr>
          <a:xfrm>
            <a:off x="8992053" y="4437492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LANGUES</a:t>
            </a:r>
          </a:p>
        </p:txBody>
      </p:sp>
      <p:sp>
        <p:nvSpPr>
          <p:cNvPr id="87" name="Texte Outils">
            <a:extLst>
              <a:ext uri="{FF2B5EF4-FFF2-40B4-BE49-F238E27FC236}">
                <a16:creationId xmlns:a16="http://schemas.microsoft.com/office/drawing/2014/main" id="{3BC5F567-CA83-4231-9180-6B4679F1A0AE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8997555" y="2868150"/>
            <a:ext cx="2661037" cy="102831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 b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/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Texte</a:t>
            </a:r>
          </a:p>
        </p:txBody>
      </p:sp>
      <p:cxnSp>
        <p:nvCxnSpPr>
          <p:cNvPr id="54" name="Trait Outils">
            <a:extLst>
              <a:ext uri="{FF2B5EF4-FFF2-40B4-BE49-F238E27FC236}">
                <a16:creationId xmlns:a16="http://schemas.microsoft.com/office/drawing/2014/main" id="{BEAAAAD3-A9DE-4FBE-AD5A-B366E8154E41}"/>
              </a:ext>
            </a:extLst>
          </p:cNvPr>
          <p:cNvCxnSpPr>
            <a:cxnSpLocks/>
          </p:cNvCxnSpPr>
          <p:nvPr/>
        </p:nvCxnSpPr>
        <p:spPr>
          <a:xfrm>
            <a:off x="9090429" y="2761173"/>
            <a:ext cx="66317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itre Outils">
            <a:extLst>
              <a:ext uri="{FF2B5EF4-FFF2-40B4-BE49-F238E27FC236}">
                <a16:creationId xmlns:a16="http://schemas.microsoft.com/office/drawing/2014/main" id="{B46943C2-7865-4E85-9219-059859A55C65}"/>
              </a:ext>
            </a:extLst>
          </p:cNvPr>
          <p:cNvSpPr/>
          <p:nvPr/>
        </p:nvSpPr>
        <p:spPr>
          <a:xfrm>
            <a:off x="8992053" y="2528687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OUTILS</a:t>
            </a:r>
          </a:p>
        </p:txBody>
      </p:sp>
      <p:sp>
        <p:nvSpPr>
          <p:cNvPr id="90" name="Texte Secteurs/clients">
            <a:extLst>
              <a:ext uri="{FF2B5EF4-FFF2-40B4-BE49-F238E27FC236}">
                <a16:creationId xmlns:a16="http://schemas.microsoft.com/office/drawing/2014/main" id="{D9CBB93C-8D17-40BF-8284-7356E90DFAC1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075387" y="2863670"/>
            <a:ext cx="2541455" cy="2606997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 pitchFamily="2" charset="2"/>
              <a:buChar char="§"/>
              <a:defRPr sz="1100" b="0">
                <a:latin typeface="+mj-lt"/>
              </a:defRPr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cxnSp>
        <p:nvCxnSpPr>
          <p:cNvPr id="52" name="Trait Secteurs/clients">
            <a:extLst>
              <a:ext uri="{FF2B5EF4-FFF2-40B4-BE49-F238E27FC236}">
                <a16:creationId xmlns:a16="http://schemas.microsoft.com/office/drawing/2014/main" id="{C1308D7A-A895-4785-A890-55FBA5FF9087}"/>
              </a:ext>
            </a:extLst>
          </p:cNvPr>
          <p:cNvCxnSpPr>
            <a:cxnSpLocks/>
          </p:cNvCxnSpPr>
          <p:nvPr/>
        </p:nvCxnSpPr>
        <p:spPr>
          <a:xfrm>
            <a:off x="6175781" y="2761173"/>
            <a:ext cx="196237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Titre Secteurs/clients">
            <a:extLst>
              <a:ext uri="{FF2B5EF4-FFF2-40B4-BE49-F238E27FC236}">
                <a16:creationId xmlns:a16="http://schemas.microsoft.com/office/drawing/2014/main" id="{A8F04BF8-A3C8-4E8F-B878-3B438DC30E91}"/>
              </a:ext>
            </a:extLst>
          </p:cNvPr>
          <p:cNvSpPr/>
          <p:nvPr/>
        </p:nvSpPr>
        <p:spPr>
          <a:xfrm>
            <a:off x="6075388" y="2528687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SECTEURS / CLIENTS</a:t>
            </a:r>
          </a:p>
        </p:txBody>
      </p:sp>
      <p:sp>
        <p:nvSpPr>
          <p:cNvPr id="88" name="Texte Métier">
            <a:extLst>
              <a:ext uri="{FF2B5EF4-FFF2-40B4-BE49-F238E27FC236}">
                <a16:creationId xmlns:a16="http://schemas.microsoft.com/office/drawing/2014/main" id="{BE5878BF-44D7-4BDB-91F2-11268F2C1229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128522" y="4717234"/>
            <a:ext cx="2612932" cy="75343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 pitchFamily="2" charset="2"/>
              <a:buChar char="§"/>
              <a:defRPr sz="1100" b="0">
                <a:latin typeface="+mj-lt"/>
              </a:defRPr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3" name="Titre Métier">
            <a:extLst>
              <a:ext uri="{FF2B5EF4-FFF2-40B4-BE49-F238E27FC236}">
                <a16:creationId xmlns:a16="http://schemas.microsoft.com/office/drawing/2014/main" id="{78885E83-E80D-46B5-9FC5-EB6FC02AF147}"/>
              </a:ext>
            </a:extLst>
          </p:cNvPr>
          <p:cNvSpPr/>
          <p:nvPr userDrawn="1"/>
        </p:nvSpPr>
        <p:spPr>
          <a:xfrm>
            <a:off x="3128522" y="4488756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>
                <a:solidFill>
                  <a:schemeClr val="tx1"/>
                </a:solidFill>
                <a:latin typeface="+mj-lt"/>
              </a:rPr>
              <a:t>MÉTIER</a:t>
            </a:r>
          </a:p>
        </p:txBody>
      </p:sp>
      <p:sp>
        <p:nvSpPr>
          <p:cNvPr id="89" name="Texte Méthodologie">
            <a:extLst>
              <a:ext uri="{FF2B5EF4-FFF2-40B4-BE49-F238E27FC236}">
                <a16:creationId xmlns:a16="http://schemas.microsoft.com/office/drawing/2014/main" id="{7A10FD45-E92D-46DE-A168-A56E88864E2B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128522" y="3099398"/>
            <a:ext cx="2612932" cy="753433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>
                <a:latin typeface="+mj-lt"/>
              </a:defRPr>
            </a:lvl1pPr>
            <a:lvl2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 pitchFamily="2" charset="2"/>
              <a:buChar char="§"/>
              <a:defRPr sz="1100" b="0">
                <a:latin typeface="+mj-lt"/>
              </a:defRPr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Font typeface="Arial" panose="020B0604020202020204" pitchFamily="34" charset="0"/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Premier niveau</a:t>
            </a:r>
          </a:p>
          <a:p>
            <a:pPr lvl="1"/>
            <a:r>
              <a:rPr lang="fr-FR"/>
              <a:t>Deuxième niveau</a:t>
            </a:r>
          </a:p>
        </p:txBody>
      </p:sp>
      <p:sp>
        <p:nvSpPr>
          <p:cNvPr id="61" name="Titre Méthodologie">
            <a:extLst>
              <a:ext uri="{FF2B5EF4-FFF2-40B4-BE49-F238E27FC236}">
                <a16:creationId xmlns:a16="http://schemas.microsoft.com/office/drawing/2014/main" id="{4CD89EDF-3003-4F02-8D5C-545D5FDE0824}"/>
              </a:ext>
            </a:extLst>
          </p:cNvPr>
          <p:cNvSpPr/>
          <p:nvPr userDrawn="1"/>
        </p:nvSpPr>
        <p:spPr>
          <a:xfrm>
            <a:off x="3128522" y="2863671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>
                <a:solidFill>
                  <a:schemeClr val="tx1"/>
                </a:solidFill>
                <a:latin typeface="+mj-lt"/>
              </a:rPr>
              <a:t>MÉTHODOLOGIE</a:t>
            </a:r>
          </a:p>
        </p:txBody>
      </p:sp>
      <p:cxnSp>
        <p:nvCxnSpPr>
          <p:cNvPr id="45" name="Trait Expertises">
            <a:extLst>
              <a:ext uri="{FF2B5EF4-FFF2-40B4-BE49-F238E27FC236}">
                <a16:creationId xmlns:a16="http://schemas.microsoft.com/office/drawing/2014/main" id="{1FABF35A-FF74-46EC-9EE2-5AD0C5004039}"/>
              </a:ext>
            </a:extLst>
          </p:cNvPr>
          <p:cNvCxnSpPr>
            <a:cxnSpLocks/>
          </p:cNvCxnSpPr>
          <p:nvPr/>
        </p:nvCxnSpPr>
        <p:spPr>
          <a:xfrm>
            <a:off x="3246090" y="2761173"/>
            <a:ext cx="112271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Titre Expertises">
            <a:extLst>
              <a:ext uri="{FF2B5EF4-FFF2-40B4-BE49-F238E27FC236}">
                <a16:creationId xmlns:a16="http://schemas.microsoft.com/office/drawing/2014/main" id="{0E7326F7-F07C-4ABB-AA21-1D7E5627C160}"/>
              </a:ext>
            </a:extLst>
          </p:cNvPr>
          <p:cNvSpPr/>
          <p:nvPr/>
        </p:nvSpPr>
        <p:spPr>
          <a:xfrm>
            <a:off x="3128522" y="2528687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EXPERTISES</a:t>
            </a:r>
          </a:p>
        </p:txBody>
      </p:sp>
      <p:sp>
        <p:nvSpPr>
          <p:cNvPr id="47" name="Biographie">
            <a:extLst>
              <a:ext uri="{FF2B5EF4-FFF2-40B4-BE49-F238E27FC236}">
                <a16:creationId xmlns:a16="http://schemas.microsoft.com/office/drawing/2014/main" id="{158ECC3E-95DB-41D9-A3BF-88B09BCC4847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3128522" y="324013"/>
            <a:ext cx="8508610" cy="1734642"/>
          </a:xfrm>
          <a:prstGeom prst="rect">
            <a:avLst/>
          </a:prstGeom>
        </p:spPr>
        <p:txBody>
          <a:bodyPr wrap="square">
            <a:noAutofit/>
          </a:bodyPr>
          <a:lstStyle>
            <a:lvl1pPr marL="0" indent="0">
              <a:lnSpc>
                <a:spcPct val="100000"/>
              </a:lnSpc>
              <a:spcBef>
                <a:spcPts val="200"/>
              </a:spcBef>
              <a:spcAft>
                <a:spcPts val="300"/>
              </a:spcAft>
              <a:buNone/>
              <a:defRPr sz="1100" b="0">
                <a:latin typeface="+mj-lt"/>
              </a:defRPr>
            </a:lvl1pPr>
            <a:lvl2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Wingdings" pitchFamily="2" charset="2"/>
              <a:buChar char="§"/>
              <a:defRPr sz="1100"/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Premier niveau</a:t>
            </a:r>
          </a:p>
        </p:txBody>
      </p:sp>
      <p:sp>
        <p:nvSpPr>
          <p:cNvPr id="83" name="Texte Formations">
            <a:extLst>
              <a:ext uri="{FF2B5EF4-FFF2-40B4-BE49-F238E27FC236}">
                <a16:creationId xmlns:a16="http://schemas.microsoft.com/office/drawing/2014/main" id="{2D73AAA3-D355-4A7A-BFA1-5BE5D0157873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151339" y="4814550"/>
            <a:ext cx="2685771" cy="1166918"/>
          </a:xfrm>
          <a:prstGeom prst="rect">
            <a:avLst/>
          </a:prstGeom>
        </p:spPr>
        <p:txBody>
          <a:bodyPr wrap="square">
            <a:noAutofit/>
          </a:bodyPr>
          <a:lstStyle>
            <a:lvl1pPr marL="171450" indent="-17145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100" b="0">
                <a:latin typeface="+mj-lt"/>
              </a:defRPr>
            </a:lvl1pPr>
            <a:lvl2pPr marL="0" indent="0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None/>
              <a:defRPr sz="1100" b="0"/>
            </a:lvl2pPr>
            <a:lvl3pPr marL="0" indent="0">
              <a:lnSpc>
                <a:spcPct val="100000"/>
              </a:lnSpc>
              <a:buNone/>
              <a:defRPr sz="1100"/>
            </a:lvl3pPr>
            <a:lvl4pPr marL="179387" indent="0">
              <a:lnSpc>
                <a:spcPct val="100000"/>
              </a:lnSpc>
              <a:buNone/>
              <a:defRPr sz="1100"/>
            </a:lvl4pPr>
            <a:lvl5pPr marL="357187" indent="0">
              <a:lnSpc>
                <a:spcPct val="100000"/>
              </a:lnSpc>
              <a:buNone/>
              <a:defRPr sz="1100"/>
            </a:lvl5pPr>
          </a:lstStyle>
          <a:p>
            <a:pPr lvl="0"/>
            <a:r>
              <a:rPr lang="fr-FR"/>
              <a:t>Cliquez pour modifier les styles du texte du masque</a:t>
            </a:r>
          </a:p>
        </p:txBody>
      </p:sp>
      <p:cxnSp>
        <p:nvCxnSpPr>
          <p:cNvPr id="44" name="Trait Formations">
            <a:extLst>
              <a:ext uri="{FF2B5EF4-FFF2-40B4-BE49-F238E27FC236}">
                <a16:creationId xmlns:a16="http://schemas.microsoft.com/office/drawing/2014/main" id="{CE719628-FA45-454C-AB99-47B5EEC39A50}"/>
              </a:ext>
            </a:extLst>
          </p:cNvPr>
          <p:cNvCxnSpPr>
            <a:cxnSpLocks/>
          </p:cNvCxnSpPr>
          <p:nvPr/>
        </p:nvCxnSpPr>
        <p:spPr>
          <a:xfrm>
            <a:off x="233228" y="4657802"/>
            <a:ext cx="127058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Titre Formations">
            <a:extLst>
              <a:ext uri="{FF2B5EF4-FFF2-40B4-BE49-F238E27FC236}">
                <a16:creationId xmlns:a16="http://schemas.microsoft.com/office/drawing/2014/main" id="{D914B5D7-EC99-431D-8580-C924DA5AF3C8}"/>
              </a:ext>
            </a:extLst>
          </p:cNvPr>
          <p:cNvSpPr/>
          <p:nvPr userDrawn="1"/>
        </p:nvSpPr>
        <p:spPr>
          <a:xfrm>
            <a:off x="151340" y="4426646"/>
            <a:ext cx="2094546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>
                <a:latin typeface="+mj-lt"/>
              </a:rPr>
              <a:t>FORMATIONS</a:t>
            </a:r>
          </a:p>
        </p:txBody>
      </p:sp>
      <p:sp>
        <p:nvSpPr>
          <p:cNvPr id="69" name="Rôle interne ou titre">
            <a:extLst>
              <a:ext uri="{FF2B5EF4-FFF2-40B4-BE49-F238E27FC236}">
                <a16:creationId xmlns:a16="http://schemas.microsoft.com/office/drawing/2014/main" id="{1597037A-EA54-4ABD-8FFB-8139A9BCE050}"/>
              </a:ext>
            </a:extLst>
          </p:cNvPr>
          <p:cNvSpPr>
            <a:spLocks noGrp="1"/>
          </p:cNvSpPr>
          <p:nvPr>
            <p:ph type="body" idx="39" hasCustomPrompt="1"/>
          </p:nvPr>
        </p:nvSpPr>
        <p:spPr>
          <a:xfrm>
            <a:off x="151340" y="3559855"/>
            <a:ext cx="2694910" cy="762513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Rôle interne ou Titre</a:t>
            </a:r>
          </a:p>
        </p:txBody>
      </p:sp>
      <p:sp>
        <p:nvSpPr>
          <p:cNvPr id="64" name="Années d'expérience">
            <a:extLst>
              <a:ext uri="{FF2B5EF4-FFF2-40B4-BE49-F238E27FC236}">
                <a16:creationId xmlns:a16="http://schemas.microsoft.com/office/drawing/2014/main" id="{603A58F3-03F9-44BF-9AA4-8A91E2149928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51340" y="3121804"/>
            <a:ext cx="2694910" cy="368925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200" b="0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r>
              <a:rPr lang="fr-FR" sz="1200"/>
              <a:t>[années d’expérience]</a:t>
            </a:r>
          </a:p>
        </p:txBody>
      </p:sp>
      <p:sp>
        <p:nvSpPr>
          <p:cNvPr id="51" name="Grade">
            <a:extLst>
              <a:ext uri="{FF2B5EF4-FFF2-40B4-BE49-F238E27FC236}">
                <a16:creationId xmlns:a16="http://schemas.microsoft.com/office/drawing/2014/main" id="{07821C8B-9A13-41E4-ACF6-51A4243C5119}"/>
              </a:ext>
            </a:extLst>
          </p:cNvPr>
          <p:cNvSpPr>
            <a:spLocks noGrp="1"/>
          </p:cNvSpPr>
          <p:nvPr>
            <p:ph type="body" idx="26" hasCustomPrompt="1"/>
          </p:nvPr>
        </p:nvSpPr>
        <p:spPr>
          <a:xfrm>
            <a:off x="151340" y="2736924"/>
            <a:ext cx="2694911" cy="392500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ct val="0"/>
              </a:spcBef>
              <a:buNone/>
              <a:defRPr lang="fr-FR" sz="1400" b="1" i="0" kern="1200" cap="none" baseline="0" dirty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Grade</a:t>
            </a:r>
          </a:p>
        </p:txBody>
      </p:sp>
      <p:sp>
        <p:nvSpPr>
          <p:cNvPr id="42" name="Nom et prénom">
            <a:extLst>
              <a:ext uri="{FF2B5EF4-FFF2-40B4-BE49-F238E27FC236}">
                <a16:creationId xmlns:a16="http://schemas.microsoft.com/office/drawing/2014/main" id="{B3B6FEFE-A806-4B1E-B5E2-477B2EC36C1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1340" y="2184423"/>
            <a:ext cx="2694910" cy="591227"/>
          </a:xfrm>
          <a:prstGeom prst="rect">
            <a:avLst/>
          </a:prstGeom>
        </p:spPr>
        <p:txBody>
          <a:bodyPr wrap="square" anchor="ctr">
            <a:noAutofit/>
          </a:bodyPr>
          <a:lstStyle>
            <a:lvl1pPr algn="l">
              <a:defRPr sz="1800" b="1" i="0">
                <a:solidFill>
                  <a:schemeClr val="tx1"/>
                </a:solidFill>
                <a:latin typeface="+mj-lt"/>
              </a:defRPr>
            </a:lvl1pPr>
          </a:lstStyle>
          <a:p>
            <a:r>
              <a:rPr lang="fr-FR" noProof="0"/>
              <a:t>Prénom </a:t>
            </a:r>
            <a:br>
              <a:rPr lang="fr-FR" noProof="0"/>
            </a:br>
            <a:r>
              <a:rPr lang="fr-FR" noProof="0"/>
              <a:t>NOM</a:t>
            </a:r>
          </a:p>
        </p:txBody>
      </p:sp>
      <p:sp>
        <p:nvSpPr>
          <p:cNvPr id="56" name="Photo consultant">
            <a:extLst>
              <a:ext uri="{FF2B5EF4-FFF2-40B4-BE49-F238E27FC236}">
                <a16:creationId xmlns:a16="http://schemas.microsoft.com/office/drawing/2014/main" id="{124175BE-4A38-4205-9B1E-A7C2DF5F26A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51340" y="798071"/>
            <a:ext cx="936000" cy="122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 sz="1000" b="0" i="0" cap="none" baseline="0">
                <a:latin typeface="+mj-lt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fr-FR" noProof="0"/>
              <a:t>Cliquez sur l'icône pour ajouter une image</a:t>
            </a:r>
          </a:p>
        </p:txBody>
      </p:sp>
    </p:spTree>
    <p:extLst>
      <p:ext uri="{BB962C8B-B14F-4D97-AF65-F5344CB8AC3E}">
        <p14:creationId xmlns:p14="http://schemas.microsoft.com/office/powerpoint/2010/main" val="3183411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143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1 ligne - Sous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6FAD069-BC9D-4532-BD41-01A074F987D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18315" y="847103"/>
            <a:ext cx="10980000" cy="36000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ctr">
              <a:buNone/>
              <a:defRPr sz="16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Sous-titre</a:t>
            </a:r>
          </a:p>
        </p:txBody>
      </p:sp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08A08B9D-5F49-5E45-9630-3E29FBE3D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18316" y="306118"/>
            <a:ext cx="10980000" cy="53901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>
              <a:defRPr sz="2400"/>
            </a:lvl1pPr>
          </a:lstStyle>
          <a:p>
            <a:r>
              <a:rPr lang="fr-FR" noProof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273338361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Titre 1 ligne - Sous Titre - Not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Espace réservé du texte 2">
            <a:extLst>
              <a:ext uri="{FF2B5EF4-FFF2-40B4-BE49-F238E27FC236}">
                <a16:creationId xmlns:a16="http://schemas.microsoft.com/office/drawing/2014/main" id="{F6FAD069-BC9D-4532-BD41-01A074F987D1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80268" y="765725"/>
            <a:ext cx="9718899" cy="297505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600" b="0" cap="all" baseline="0">
                <a:solidFill>
                  <a:schemeClr val="bg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noProof="0"/>
              <a:t>Sous-titre</a:t>
            </a:r>
          </a:p>
        </p:txBody>
      </p:sp>
      <p:sp>
        <p:nvSpPr>
          <p:cNvPr id="12" name="Espace réservé du titre 1">
            <a:extLst>
              <a:ext uri="{FF2B5EF4-FFF2-40B4-BE49-F238E27FC236}">
                <a16:creationId xmlns:a16="http://schemas.microsoft.com/office/drawing/2014/main" id="{08A08B9D-5F49-5E45-9630-3E29FBE3D74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80269" y="281487"/>
            <a:ext cx="9718899" cy="445467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>
              <a:defRPr sz="2400"/>
            </a:lvl1pPr>
          </a:lstStyle>
          <a:p>
            <a:r>
              <a:rPr lang="fr-FR" noProof="0"/>
              <a:t>Titre</a:t>
            </a:r>
          </a:p>
        </p:txBody>
      </p:sp>
      <p:cxnSp>
        <p:nvCxnSpPr>
          <p:cNvPr id="3" name="Connecteur droit 2">
            <a:extLst>
              <a:ext uri="{FF2B5EF4-FFF2-40B4-BE49-F238E27FC236}">
                <a16:creationId xmlns:a16="http://schemas.microsoft.com/office/drawing/2014/main" id="{ED4BA355-7A0C-CF44-5CA8-17E8204DB35B}"/>
              </a:ext>
            </a:extLst>
          </p:cNvPr>
          <p:cNvCxnSpPr>
            <a:cxnSpLocks/>
          </p:cNvCxnSpPr>
          <p:nvPr/>
        </p:nvCxnSpPr>
        <p:spPr>
          <a:xfrm>
            <a:off x="377427" y="1147112"/>
            <a:ext cx="9620955" cy="0"/>
          </a:xfrm>
          <a:prstGeom prst="line">
            <a:avLst/>
          </a:prstGeom>
          <a:ln w="1905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Espace réservé du texte 3">
            <a:extLst>
              <a:ext uri="{FF2B5EF4-FFF2-40B4-BE49-F238E27FC236}">
                <a16:creationId xmlns:a16="http://schemas.microsoft.com/office/drawing/2014/main" id="{9B3E3476-F8F7-D905-E609-46A03A04DC4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200960" y="6371965"/>
            <a:ext cx="9250842" cy="20452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800" b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fr-FR"/>
              <a:t>Cliquez pour modifier les styles du texte du masque</a:t>
            </a:r>
          </a:p>
        </p:txBody>
      </p:sp>
    </p:spTree>
    <p:extLst>
      <p:ext uri="{BB962C8B-B14F-4D97-AF65-F5344CB8AC3E}">
        <p14:creationId xmlns:p14="http://schemas.microsoft.com/office/powerpoint/2010/main" val="176407112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0_Couverture Squa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1">
            <a:extLst>
              <a:ext uri="{FF2B5EF4-FFF2-40B4-BE49-F238E27FC236}">
                <a16:creationId xmlns:a16="http://schemas.microsoft.com/office/drawing/2014/main" id="{A970B8E4-850C-F7C6-46F2-A1351609A5F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79998" y="180001"/>
            <a:ext cx="11831999" cy="6498000"/>
          </a:xfrm>
          <a:prstGeom prst="rect">
            <a:avLst/>
          </a:prstGeom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535D4659-3835-844D-FED0-C13FB785E9D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10975" y="653675"/>
            <a:ext cx="2756514" cy="1017868"/>
          </a:xfrm>
          <a:prstGeom prst="rect">
            <a:avLst/>
          </a:prstGeom>
        </p:spPr>
      </p:pic>
      <p:cxnSp>
        <p:nvCxnSpPr>
          <p:cNvPr id="6" name="Connecteur droit 5">
            <a:extLst>
              <a:ext uri="{FF2B5EF4-FFF2-40B4-BE49-F238E27FC236}">
                <a16:creationId xmlns:a16="http://schemas.microsoft.com/office/drawing/2014/main" id="{D2DDEBAD-2976-FE77-50BC-B3639B7DD418}"/>
              </a:ext>
            </a:extLst>
          </p:cNvPr>
          <p:cNvCxnSpPr>
            <a:cxnSpLocks/>
          </p:cNvCxnSpPr>
          <p:nvPr userDrawn="1"/>
        </p:nvCxnSpPr>
        <p:spPr>
          <a:xfrm>
            <a:off x="0" y="4067352"/>
            <a:ext cx="693019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Sous-titre 2">
            <a:extLst>
              <a:ext uri="{FF2B5EF4-FFF2-40B4-BE49-F238E27FC236}">
                <a16:creationId xmlns:a16="http://schemas.microsoft.com/office/drawing/2014/main" id="{ABCB0BB9-7BDC-9580-A60B-3A97FDEE072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8521" y="5549122"/>
            <a:ext cx="7921591" cy="646890"/>
          </a:xfrm>
          <a:prstGeom prst="rect">
            <a:avLst/>
          </a:prstGeom>
        </p:spPr>
        <p:txBody>
          <a:bodyPr anchor="t">
            <a:noAutofit/>
          </a:bodyPr>
          <a:lstStyle>
            <a:lvl1pPr marL="0" indent="0" algn="l">
              <a:buNone/>
              <a:defRPr sz="1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 noProof="0" dirty="0"/>
              <a:t>Sous-titres</a:t>
            </a:r>
          </a:p>
        </p:txBody>
      </p:sp>
      <p:sp>
        <p:nvSpPr>
          <p:cNvPr id="8" name="Espace réservé du texte 10">
            <a:extLst>
              <a:ext uri="{FF2B5EF4-FFF2-40B4-BE49-F238E27FC236}">
                <a16:creationId xmlns:a16="http://schemas.microsoft.com/office/drawing/2014/main" id="{3501517C-B8E7-8F06-36FE-A6BF29678C1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808038" y="3760788"/>
            <a:ext cx="7921625" cy="1788334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800" b="1" cap="all" baseline="0">
                <a:solidFill>
                  <a:schemeClr val="bg2"/>
                </a:solidFill>
              </a:defRPr>
            </a:lvl1pPr>
            <a:lvl2pPr marL="0" indent="0">
              <a:buNone/>
              <a:defRPr>
                <a:solidFill>
                  <a:schemeClr val="bg1"/>
                </a:solidFill>
              </a:defRPr>
            </a:lvl2pPr>
            <a:lvl3pPr marL="0" indent="0">
              <a:buNone/>
              <a:defRPr>
                <a:solidFill>
                  <a:schemeClr val="bg1"/>
                </a:solidFill>
              </a:defRPr>
            </a:lvl3pPr>
            <a:lvl4pPr marL="179387" indent="0">
              <a:buNone/>
              <a:defRPr>
                <a:solidFill>
                  <a:schemeClr val="bg1"/>
                </a:solidFill>
              </a:defRPr>
            </a:lvl4pPr>
            <a:lvl5pPr marL="35718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fr-FR" dirty="0"/>
              <a:t>TITRE</a:t>
            </a:r>
          </a:p>
        </p:txBody>
      </p:sp>
    </p:spTree>
    <p:extLst>
      <p:ext uri="{BB962C8B-B14F-4D97-AF65-F5344CB8AC3E}">
        <p14:creationId xmlns:p14="http://schemas.microsoft.com/office/powerpoint/2010/main" val="122698005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72">
          <p15:clr>
            <a:srgbClr val="FBAE40"/>
          </p15:clr>
        </p15:guide>
        <p15:guide id="2" pos="574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C Square_p.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9CBEAC8-B13D-88BB-FD76-E45A0E211EA6}"/>
              </a:ext>
            </a:extLst>
          </p:cNvPr>
          <p:cNvSpPr/>
          <p:nvPr userDrawn="1"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 dirty="0">
              <a:latin typeface="+mj-lt"/>
            </a:endParaRPr>
          </a:p>
        </p:txBody>
      </p:sp>
      <p:cxnSp>
        <p:nvCxnSpPr>
          <p:cNvPr id="44" name="Connecteur droit 43">
            <a:extLst>
              <a:ext uri="{FF2B5EF4-FFF2-40B4-BE49-F238E27FC236}">
                <a16:creationId xmlns:a16="http://schemas.microsoft.com/office/drawing/2014/main" id="{CE719628-FA45-454C-AB99-47B5EEC39A50}"/>
              </a:ext>
            </a:extLst>
          </p:cNvPr>
          <p:cNvCxnSpPr>
            <a:cxnSpLocks/>
          </p:cNvCxnSpPr>
          <p:nvPr/>
        </p:nvCxnSpPr>
        <p:spPr>
          <a:xfrm>
            <a:off x="233228" y="4657802"/>
            <a:ext cx="127058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Connecteur droit 44">
            <a:extLst>
              <a:ext uri="{FF2B5EF4-FFF2-40B4-BE49-F238E27FC236}">
                <a16:creationId xmlns:a16="http://schemas.microsoft.com/office/drawing/2014/main" id="{1FABF35A-FF74-46EC-9EE2-5AD0C5004039}"/>
              </a:ext>
            </a:extLst>
          </p:cNvPr>
          <p:cNvCxnSpPr>
            <a:cxnSpLocks/>
          </p:cNvCxnSpPr>
          <p:nvPr userDrawn="1"/>
        </p:nvCxnSpPr>
        <p:spPr>
          <a:xfrm>
            <a:off x="3227378" y="2678714"/>
            <a:ext cx="1122710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Connecteur droit 59">
            <a:extLst>
              <a:ext uri="{FF2B5EF4-FFF2-40B4-BE49-F238E27FC236}">
                <a16:creationId xmlns:a16="http://schemas.microsoft.com/office/drawing/2014/main" id="{2FB8A599-5C89-44FA-8C45-177FCA4DD786}"/>
              </a:ext>
            </a:extLst>
          </p:cNvPr>
          <p:cNvCxnSpPr>
            <a:cxnSpLocks/>
          </p:cNvCxnSpPr>
          <p:nvPr/>
        </p:nvCxnSpPr>
        <p:spPr>
          <a:xfrm>
            <a:off x="3246090" y="2342207"/>
            <a:ext cx="8412502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Connecteur droit 61">
            <a:extLst>
              <a:ext uri="{FF2B5EF4-FFF2-40B4-BE49-F238E27FC236}">
                <a16:creationId xmlns:a16="http://schemas.microsoft.com/office/drawing/2014/main" id="{03CF71A9-2CE7-42F2-B488-DBEF175DE77A}"/>
              </a:ext>
            </a:extLst>
          </p:cNvPr>
          <p:cNvCxnSpPr>
            <a:cxnSpLocks/>
          </p:cNvCxnSpPr>
          <p:nvPr userDrawn="1"/>
        </p:nvCxnSpPr>
        <p:spPr>
          <a:xfrm>
            <a:off x="6388867" y="5695162"/>
            <a:ext cx="1352673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Connecteur droit 65">
            <a:extLst>
              <a:ext uri="{FF2B5EF4-FFF2-40B4-BE49-F238E27FC236}">
                <a16:creationId xmlns:a16="http://schemas.microsoft.com/office/drawing/2014/main" id="{AD76F9C0-CDC7-446C-8CAC-F762296D27FE}"/>
              </a:ext>
            </a:extLst>
          </p:cNvPr>
          <p:cNvCxnSpPr>
            <a:cxnSpLocks/>
          </p:cNvCxnSpPr>
          <p:nvPr/>
        </p:nvCxnSpPr>
        <p:spPr>
          <a:xfrm>
            <a:off x="9266274" y="4511730"/>
            <a:ext cx="82573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0" name="Rectangle 69">
            <a:extLst>
              <a:ext uri="{FF2B5EF4-FFF2-40B4-BE49-F238E27FC236}">
                <a16:creationId xmlns:a16="http://schemas.microsoft.com/office/drawing/2014/main" id="{0E7326F7-F07C-4ABB-AA21-1D7E5627C160}"/>
              </a:ext>
            </a:extLst>
          </p:cNvPr>
          <p:cNvSpPr/>
          <p:nvPr userDrawn="1"/>
        </p:nvSpPr>
        <p:spPr>
          <a:xfrm>
            <a:off x="3128522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EXPERTISES</a:t>
            </a:r>
          </a:p>
        </p:txBody>
      </p:sp>
      <p:sp>
        <p:nvSpPr>
          <p:cNvPr id="71" name="Rectangle 70">
            <a:extLst>
              <a:ext uri="{FF2B5EF4-FFF2-40B4-BE49-F238E27FC236}">
                <a16:creationId xmlns:a16="http://schemas.microsoft.com/office/drawing/2014/main" id="{A664271A-1023-40AB-9ABC-48B3606233F8}"/>
              </a:ext>
            </a:extLst>
          </p:cNvPr>
          <p:cNvSpPr/>
          <p:nvPr/>
        </p:nvSpPr>
        <p:spPr>
          <a:xfrm>
            <a:off x="6291263" y="5461136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PUBLICATIONS</a:t>
            </a:r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A8F04BF8-A3C8-4E8F-B878-3B438DC30E91}"/>
              </a:ext>
            </a:extLst>
          </p:cNvPr>
          <p:cNvSpPr/>
          <p:nvPr userDrawn="1"/>
        </p:nvSpPr>
        <p:spPr>
          <a:xfrm>
            <a:off x="6291263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SECTEURS / CLIENTS</a:t>
            </a:r>
          </a:p>
        </p:txBody>
      </p:sp>
      <p:sp>
        <p:nvSpPr>
          <p:cNvPr id="73" name="Rectangle 72">
            <a:extLst>
              <a:ext uri="{FF2B5EF4-FFF2-40B4-BE49-F238E27FC236}">
                <a16:creationId xmlns:a16="http://schemas.microsoft.com/office/drawing/2014/main" id="{B46943C2-7865-4E85-9219-059859A55C65}"/>
              </a:ext>
            </a:extLst>
          </p:cNvPr>
          <p:cNvSpPr/>
          <p:nvPr userDrawn="1"/>
        </p:nvSpPr>
        <p:spPr>
          <a:xfrm>
            <a:off x="9163049" y="2443623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OUTILS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632BA62-7683-4BF6-A0C2-23A08C837FD8}"/>
              </a:ext>
            </a:extLst>
          </p:cNvPr>
          <p:cNvSpPr/>
          <p:nvPr/>
        </p:nvSpPr>
        <p:spPr>
          <a:xfrm>
            <a:off x="9163049" y="4277997"/>
            <a:ext cx="2612933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LANGUES</a:t>
            </a:r>
          </a:p>
        </p:txBody>
      </p:sp>
      <p:sp>
        <p:nvSpPr>
          <p:cNvPr id="91" name="Rectangle 90">
            <a:extLst>
              <a:ext uri="{FF2B5EF4-FFF2-40B4-BE49-F238E27FC236}">
                <a16:creationId xmlns:a16="http://schemas.microsoft.com/office/drawing/2014/main" id="{90FE2AEF-B174-4593-862E-A8F638D1F341}"/>
              </a:ext>
            </a:extLst>
          </p:cNvPr>
          <p:cNvSpPr/>
          <p:nvPr/>
        </p:nvSpPr>
        <p:spPr>
          <a:xfrm>
            <a:off x="151340" y="4426646"/>
            <a:ext cx="2094546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FORMATIONS</a:t>
            </a:r>
          </a:p>
        </p:txBody>
      </p:sp>
      <p:cxnSp>
        <p:nvCxnSpPr>
          <p:cNvPr id="37" name="Connecteur droit 36">
            <a:extLst>
              <a:ext uri="{FF2B5EF4-FFF2-40B4-BE49-F238E27FC236}">
                <a16:creationId xmlns:a16="http://schemas.microsoft.com/office/drawing/2014/main" id="{A7DCE605-30D7-4713-91F0-1FD881B37697}"/>
              </a:ext>
            </a:extLst>
          </p:cNvPr>
          <p:cNvCxnSpPr>
            <a:cxnSpLocks/>
          </p:cNvCxnSpPr>
          <p:nvPr userDrawn="1"/>
        </p:nvCxnSpPr>
        <p:spPr>
          <a:xfrm>
            <a:off x="6141835" y="2454070"/>
            <a:ext cx="0" cy="4279908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37">
            <a:extLst>
              <a:ext uri="{FF2B5EF4-FFF2-40B4-BE49-F238E27FC236}">
                <a16:creationId xmlns:a16="http://schemas.microsoft.com/office/drawing/2014/main" id="{8CFD086D-381E-4F05-AA58-21424D1805E5}"/>
              </a:ext>
            </a:extLst>
          </p:cNvPr>
          <p:cNvCxnSpPr>
            <a:cxnSpLocks/>
          </p:cNvCxnSpPr>
          <p:nvPr userDrawn="1"/>
        </p:nvCxnSpPr>
        <p:spPr>
          <a:xfrm>
            <a:off x="6388867" y="2678714"/>
            <a:ext cx="1962379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Connecteur droit 38">
            <a:extLst>
              <a:ext uri="{FF2B5EF4-FFF2-40B4-BE49-F238E27FC236}">
                <a16:creationId xmlns:a16="http://schemas.microsoft.com/office/drawing/2014/main" id="{16C8D447-FCDD-4D59-9B68-80FA7C92DE66}"/>
              </a:ext>
            </a:extLst>
          </p:cNvPr>
          <p:cNvCxnSpPr>
            <a:cxnSpLocks/>
          </p:cNvCxnSpPr>
          <p:nvPr userDrawn="1"/>
        </p:nvCxnSpPr>
        <p:spPr>
          <a:xfrm>
            <a:off x="9266274" y="2678714"/>
            <a:ext cx="663171" cy="0"/>
          </a:xfrm>
          <a:prstGeom prst="line">
            <a:avLst/>
          </a:prstGeom>
          <a:ln w="25400">
            <a:solidFill>
              <a:schemeClr val="bg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eur droit 39">
            <a:extLst>
              <a:ext uri="{FF2B5EF4-FFF2-40B4-BE49-F238E27FC236}">
                <a16:creationId xmlns:a16="http://schemas.microsoft.com/office/drawing/2014/main" id="{EA5E4E73-E307-4FCB-8B22-83EA1FDAD451}"/>
              </a:ext>
            </a:extLst>
          </p:cNvPr>
          <p:cNvCxnSpPr>
            <a:cxnSpLocks/>
          </p:cNvCxnSpPr>
          <p:nvPr userDrawn="1"/>
        </p:nvCxnSpPr>
        <p:spPr>
          <a:xfrm>
            <a:off x="9054835" y="2454070"/>
            <a:ext cx="0" cy="3007066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necteur droit 40">
            <a:extLst>
              <a:ext uri="{FF2B5EF4-FFF2-40B4-BE49-F238E27FC236}">
                <a16:creationId xmlns:a16="http://schemas.microsoft.com/office/drawing/2014/main" id="{BF793003-00D9-4B13-80FD-3DF7EF706072}"/>
              </a:ext>
            </a:extLst>
          </p:cNvPr>
          <p:cNvCxnSpPr>
            <a:cxnSpLocks/>
          </p:cNvCxnSpPr>
          <p:nvPr userDrawn="1"/>
        </p:nvCxnSpPr>
        <p:spPr>
          <a:xfrm>
            <a:off x="3128522" y="2342207"/>
            <a:ext cx="8816400" cy="0"/>
          </a:xfrm>
          <a:prstGeom prst="line">
            <a:avLst/>
          </a:prstGeom>
          <a:ln w="254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Rectangle 60">
            <a:extLst>
              <a:ext uri="{FF2B5EF4-FFF2-40B4-BE49-F238E27FC236}">
                <a16:creationId xmlns:a16="http://schemas.microsoft.com/office/drawing/2014/main" id="{4CD89EDF-3003-4F02-8D5C-545D5FDE0824}"/>
              </a:ext>
            </a:extLst>
          </p:cNvPr>
          <p:cNvSpPr/>
          <p:nvPr userDrawn="1"/>
        </p:nvSpPr>
        <p:spPr>
          <a:xfrm>
            <a:off x="3128522" y="2746708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 dirty="0">
                <a:solidFill>
                  <a:schemeClr val="tx1"/>
                </a:solidFill>
                <a:latin typeface="+mj-lt"/>
              </a:rPr>
              <a:t>MÉTHODOLOGIE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78885E83-E80D-46B5-9FC5-EB6FC02AF147}"/>
              </a:ext>
            </a:extLst>
          </p:cNvPr>
          <p:cNvSpPr/>
          <p:nvPr userDrawn="1"/>
        </p:nvSpPr>
        <p:spPr>
          <a:xfrm>
            <a:off x="3128522" y="4766348"/>
            <a:ext cx="2629394" cy="17438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l"/>
            <a:r>
              <a:rPr lang="fr-FR" sz="1000" dirty="0">
                <a:solidFill>
                  <a:schemeClr val="tx1"/>
                </a:solidFill>
                <a:latin typeface="+mj-lt"/>
              </a:rPr>
              <a:t>MÉTIER</a:t>
            </a:r>
          </a:p>
        </p:txBody>
      </p:sp>
      <p:sp>
        <p:nvSpPr>
          <p:cNvPr id="26" name="Espace réservé du texte 17">
            <a:extLst>
              <a:ext uri="{FF2B5EF4-FFF2-40B4-BE49-F238E27FC236}">
                <a16:creationId xmlns:a16="http://schemas.microsoft.com/office/drawing/2014/main" id="{57377C7D-325B-3343-A50C-6ED08733459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91263" y="5775985"/>
            <a:ext cx="5624512" cy="957993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7" name="Espace réservé du texte 15">
            <a:extLst>
              <a:ext uri="{FF2B5EF4-FFF2-40B4-BE49-F238E27FC236}">
                <a16:creationId xmlns:a16="http://schemas.microsoft.com/office/drawing/2014/main" id="{AE216182-1E3F-764B-81E8-CD105288115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163049" y="4612530"/>
            <a:ext cx="2781298" cy="848604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8" name="Espace réservé du texte 13">
            <a:extLst>
              <a:ext uri="{FF2B5EF4-FFF2-40B4-BE49-F238E27FC236}">
                <a16:creationId xmlns:a16="http://schemas.microsoft.com/office/drawing/2014/main" id="{9D96C686-FF4D-C440-B2CD-507CD05F20D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9163049" y="2758148"/>
            <a:ext cx="2781299" cy="1410008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29" name="Espace réservé du texte 11">
            <a:extLst>
              <a:ext uri="{FF2B5EF4-FFF2-40B4-BE49-F238E27FC236}">
                <a16:creationId xmlns:a16="http://schemas.microsoft.com/office/drawing/2014/main" id="{3BF72CEA-A5DD-E94F-8A4F-52F53E54D483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1263" y="2758148"/>
            <a:ext cx="2613025" cy="2702986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0" name="Espace réservé du texte 9">
            <a:extLst>
              <a:ext uri="{FF2B5EF4-FFF2-40B4-BE49-F238E27FC236}">
                <a16:creationId xmlns:a16="http://schemas.microsoft.com/office/drawing/2014/main" id="{9BBD136B-BBB6-D248-818F-5FA526ACABEB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3128521" y="4940730"/>
            <a:ext cx="2862671" cy="1793247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1" name="Espace réservé du texte 7">
            <a:extLst>
              <a:ext uri="{FF2B5EF4-FFF2-40B4-BE49-F238E27FC236}">
                <a16:creationId xmlns:a16="http://schemas.microsoft.com/office/drawing/2014/main" id="{84362C3C-AB1D-AE4F-8533-181DA80B39C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128521" y="2935421"/>
            <a:ext cx="2862671" cy="1713498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2" name="Espace réservé du texte 5">
            <a:extLst>
              <a:ext uri="{FF2B5EF4-FFF2-40B4-BE49-F238E27FC236}">
                <a16:creationId xmlns:a16="http://schemas.microsoft.com/office/drawing/2014/main" id="{7F324BF2-4109-2047-93D8-A8EF25F82230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150813" y="4772024"/>
            <a:ext cx="2685771" cy="1961953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3" name="Espace réservé du texte 3">
            <a:extLst>
              <a:ext uri="{FF2B5EF4-FFF2-40B4-BE49-F238E27FC236}">
                <a16:creationId xmlns:a16="http://schemas.microsoft.com/office/drawing/2014/main" id="{9EBFCE2A-4568-9D45-A4EB-00D1E02D1441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3128522" y="214313"/>
            <a:ext cx="8815828" cy="1962870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90535B8B-01C1-900D-99C0-EE83C40923C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298915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3" orient="horz" pos="2160">
          <p15:clr>
            <a:srgbClr val="FBAE40"/>
          </p15:clr>
        </p15:guide>
        <p15:guide id="4" pos="143">
          <p15:clr>
            <a:srgbClr val="FBAE40"/>
          </p15:clr>
        </p15:guide>
        <p15:guide id="5" pos="3863">
          <p15:clr>
            <a:srgbClr val="FBAE40"/>
          </p15:clr>
        </p15:guide>
        <p15:guide id="6" orient="horz" pos="3634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C Square_p.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Rectangle 82">
            <a:extLst>
              <a:ext uri="{FF2B5EF4-FFF2-40B4-BE49-F238E27FC236}">
                <a16:creationId xmlns:a16="http://schemas.microsoft.com/office/drawing/2014/main" id="{C30E7028-75DE-4D7F-9969-8F736185506E}"/>
              </a:ext>
            </a:extLst>
          </p:cNvPr>
          <p:cNvSpPr/>
          <p:nvPr userDrawn="1"/>
        </p:nvSpPr>
        <p:spPr>
          <a:xfrm>
            <a:off x="3246090" y="384313"/>
            <a:ext cx="8502998" cy="630306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>
              <a:latin typeface="+mj-lt"/>
            </a:endParaRPr>
          </a:p>
        </p:txBody>
      </p:sp>
      <p:sp>
        <p:nvSpPr>
          <p:cNvPr id="84" name="Freeform 29">
            <a:extLst>
              <a:ext uri="{FF2B5EF4-FFF2-40B4-BE49-F238E27FC236}">
                <a16:creationId xmlns:a16="http://schemas.microsoft.com/office/drawing/2014/main" id="{62794DAF-7490-4D49-833E-B7BE855895F3}"/>
              </a:ext>
            </a:extLst>
          </p:cNvPr>
          <p:cNvSpPr>
            <a:spLocks noEditPoints="1"/>
          </p:cNvSpPr>
          <p:nvPr/>
        </p:nvSpPr>
        <p:spPr bwMode="auto">
          <a:xfrm>
            <a:off x="2982989" y="1167234"/>
            <a:ext cx="209833" cy="201565"/>
          </a:xfrm>
          <a:custGeom>
            <a:avLst/>
            <a:gdLst>
              <a:gd name="T0" fmla="*/ 75 w 203"/>
              <a:gd name="T1" fmla="*/ 85 h 195"/>
              <a:gd name="T2" fmla="*/ 104 w 203"/>
              <a:gd name="T3" fmla="*/ 114 h 195"/>
              <a:gd name="T4" fmla="*/ 187 w 203"/>
              <a:gd name="T5" fmla="*/ 33 h 195"/>
              <a:gd name="T6" fmla="*/ 169 w 203"/>
              <a:gd name="T7" fmla="*/ 73 h 195"/>
              <a:gd name="T8" fmla="*/ 203 w 203"/>
              <a:gd name="T9" fmla="*/ 76 h 195"/>
              <a:gd name="T10" fmla="*/ 147 w 203"/>
              <a:gd name="T11" fmla="*/ 123 h 195"/>
              <a:gd name="T12" fmla="*/ 164 w 203"/>
              <a:gd name="T13" fmla="*/ 195 h 195"/>
              <a:gd name="T14" fmla="*/ 101 w 203"/>
              <a:gd name="T15" fmla="*/ 158 h 195"/>
              <a:gd name="T16" fmla="*/ 38 w 203"/>
              <a:gd name="T17" fmla="*/ 195 h 195"/>
              <a:gd name="T18" fmla="*/ 54 w 203"/>
              <a:gd name="T19" fmla="*/ 123 h 195"/>
              <a:gd name="T20" fmla="*/ 0 w 203"/>
              <a:gd name="T21" fmla="*/ 76 h 195"/>
              <a:gd name="T22" fmla="*/ 72 w 203"/>
              <a:gd name="T23" fmla="*/ 69 h 195"/>
              <a:gd name="T24" fmla="*/ 101 w 203"/>
              <a:gd name="T25" fmla="*/ 0 h 195"/>
              <a:gd name="T26" fmla="*/ 128 w 203"/>
              <a:gd name="T27" fmla="*/ 62 h 19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</a:cxnLst>
            <a:rect l="0" t="0" r="r" b="b"/>
            <a:pathLst>
              <a:path w="203" h="195">
                <a:moveTo>
                  <a:pt x="75" y="85"/>
                </a:moveTo>
                <a:lnTo>
                  <a:pt x="104" y="114"/>
                </a:lnTo>
                <a:lnTo>
                  <a:pt x="187" y="33"/>
                </a:lnTo>
                <a:moveTo>
                  <a:pt x="169" y="73"/>
                </a:moveTo>
                <a:lnTo>
                  <a:pt x="203" y="76"/>
                </a:lnTo>
                <a:lnTo>
                  <a:pt x="147" y="123"/>
                </a:lnTo>
                <a:lnTo>
                  <a:pt x="164" y="195"/>
                </a:lnTo>
                <a:lnTo>
                  <a:pt x="101" y="158"/>
                </a:lnTo>
                <a:lnTo>
                  <a:pt x="38" y="195"/>
                </a:lnTo>
                <a:lnTo>
                  <a:pt x="54" y="123"/>
                </a:lnTo>
                <a:lnTo>
                  <a:pt x="0" y="76"/>
                </a:lnTo>
                <a:lnTo>
                  <a:pt x="72" y="69"/>
                </a:lnTo>
                <a:lnTo>
                  <a:pt x="101" y="0"/>
                </a:lnTo>
                <a:lnTo>
                  <a:pt x="128" y="62"/>
                </a:ln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b="0" i="0" noProof="0">
              <a:latin typeface="+mj-lt"/>
            </a:endParaRPr>
          </a:p>
        </p:txBody>
      </p:sp>
      <p:cxnSp>
        <p:nvCxnSpPr>
          <p:cNvPr id="85" name="Connecteur droit 84">
            <a:extLst>
              <a:ext uri="{FF2B5EF4-FFF2-40B4-BE49-F238E27FC236}">
                <a16:creationId xmlns:a16="http://schemas.microsoft.com/office/drawing/2014/main" id="{63E8AD26-675A-4716-B410-4BBBDA370CFD}"/>
              </a:ext>
            </a:extLst>
          </p:cNvPr>
          <p:cNvCxnSpPr>
            <a:cxnSpLocks/>
          </p:cNvCxnSpPr>
          <p:nvPr userDrawn="1"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6" name="Freeform 21">
            <a:extLst>
              <a:ext uri="{FF2B5EF4-FFF2-40B4-BE49-F238E27FC236}">
                <a16:creationId xmlns:a16="http://schemas.microsoft.com/office/drawing/2014/main" id="{195DAEB0-A5E5-4C31-AEEC-1E5D246FBAA1}"/>
              </a:ext>
            </a:extLst>
          </p:cNvPr>
          <p:cNvSpPr>
            <a:spLocks noEditPoints="1"/>
          </p:cNvSpPr>
          <p:nvPr/>
        </p:nvSpPr>
        <p:spPr bwMode="auto">
          <a:xfrm>
            <a:off x="2994185" y="2572069"/>
            <a:ext cx="193043" cy="216378"/>
          </a:xfrm>
          <a:custGeom>
            <a:avLst/>
            <a:gdLst>
              <a:gd name="T0" fmla="*/ 90 w 100"/>
              <a:gd name="T1" fmla="*/ 113 h 113"/>
              <a:gd name="T2" fmla="*/ 100 w 100"/>
              <a:gd name="T3" fmla="*/ 113 h 113"/>
              <a:gd name="T4" fmla="*/ 72 w 100"/>
              <a:gd name="T5" fmla="*/ 65 h 113"/>
              <a:gd name="T6" fmla="*/ 68 w 100"/>
              <a:gd name="T7" fmla="*/ 72 h 113"/>
              <a:gd name="T8" fmla="*/ 41 w 100"/>
              <a:gd name="T9" fmla="*/ 4 h 113"/>
              <a:gd name="T10" fmla="*/ 64 w 100"/>
              <a:gd name="T11" fmla="*/ 4 h 113"/>
              <a:gd name="T12" fmla="*/ 68 w 100"/>
              <a:gd name="T13" fmla="*/ 7 h 113"/>
              <a:gd name="T14" fmla="*/ 68 w 100"/>
              <a:gd name="T15" fmla="*/ 21 h 113"/>
              <a:gd name="T16" fmla="*/ 70 w 100"/>
              <a:gd name="T17" fmla="*/ 8 h 113"/>
              <a:gd name="T18" fmla="*/ 81 w 100"/>
              <a:gd name="T19" fmla="*/ 8 h 113"/>
              <a:gd name="T20" fmla="*/ 81 w 100"/>
              <a:gd name="T21" fmla="*/ 35 h 113"/>
              <a:gd name="T22" fmla="*/ 71 w 100"/>
              <a:gd name="T23" fmla="*/ 35 h 113"/>
              <a:gd name="T24" fmla="*/ 68 w 100"/>
              <a:gd name="T25" fmla="*/ 32 h 113"/>
              <a:gd name="T26" fmla="*/ 68 w 100"/>
              <a:gd name="T27" fmla="*/ 30 h 113"/>
              <a:gd name="T28" fmla="*/ 50 w 100"/>
              <a:gd name="T29" fmla="*/ 30 h 113"/>
              <a:gd name="T30" fmla="*/ 41 w 100"/>
              <a:gd name="T31" fmla="*/ 43 h 113"/>
              <a:gd name="T32" fmla="*/ 41 w 100"/>
              <a:gd name="T33" fmla="*/ 0 h 113"/>
              <a:gd name="T34" fmla="*/ 41 w 100"/>
              <a:gd name="T35" fmla="*/ 43 h 113"/>
              <a:gd name="T36" fmla="*/ 81 w 100"/>
              <a:gd name="T37" fmla="*/ 113 h 113"/>
              <a:gd name="T38" fmla="*/ 0 w 100"/>
              <a:gd name="T39" fmla="*/ 113 h 113"/>
              <a:gd name="T40" fmla="*/ 41 w 100"/>
              <a:gd name="T41" fmla="*/ 43 h 113"/>
              <a:gd name="T42" fmla="*/ 53 w 100"/>
              <a:gd name="T43" fmla="*/ 65 h 113"/>
              <a:gd name="T44" fmla="*/ 49 w 100"/>
              <a:gd name="T45" fmla="*/ 70 h 113"/>
              <a:gd name="T46" fmla="*/ 47 w 100"/>
              <a:gd name="T47" fmla="*/ 74 h 113"/>
              <a:gd name="T48" fmla="*/ 41 w 100"/>
              <a:gd name="T49" fmla="*/ 65 h 113"/>
              <a:gd name="T50" fmla="*/ 36 w 100"/>
              <a:gd name="T51" fmla="*/ 74 h 113"/>
              <a:gd name="T52" fmla="*/ 30 w 100"/>
              <a:gd name="T53" fmla="*/ 65 h 1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</a:cxnLst>
            <a:rect l="0" t="0" r="r" b="b"/>
            <a:pathLst>
              <a:path w="100" h="113">
                <a:moveTo>
                  <a:pt x="90" y="113"/>
                </a:moveTo>
                <a:cubicBezTo>
                  <a:pt x="100" y="113"/>
                  <a:pt x="100" y="113"/>
                  <a:pt x="100" y="113"/>
                </a:cubicBezTo>
                <a:cubicBezTo>
                  <a:pt x="72" y="65"/>
                  <a:pt x="72" y="65"/>
                  <a:pt x="72" y="65"/>
                </a:cubicBezTo>
                <a:cubicBezTo>
                  <a:pt x="68" y="72"/>
                  <a:pt x="68" y="72"/>
                  <a:pt x="68" y="72"/>
                </a:cubicBezTo>
                <a:moveTo>
                  <a:pt x="41" y="4"/>
                </a:moveTo>
                <a:cubicBezTo>
                  <a:pt x="64" y="4"/>
                  <a:pt x="64" y="4"/>
                  <a:pt x="64" y="4"/>
                </a:cubicBezTo>
                <a:cubicBezTo>
                  <a:pt x="66" y="4"/>
                  <a:pt x="68" y="5"/>
                  <a:pt x="68" y="7"/>
                </a:cubicBezTo>
                <a:cubicBezTo>
                  <a:pt x="68" y="21"/>
                  <a:pt x="68" y="21"/>
                  <a:pt x="68" y="21"/>
                </a:cubicBezTo>
                <a:moveTo>
                  <a:pt x="70" y="8"/>
                </a:moveTo>
                <a:cubicBezTo>
                  <a:pt x="81" y="8"/>
                  <a:pt x="81" y="8"/>
                  <a:pt x="81" y="8"/>
                </a:cubicBezTo>
                <a:cubicBezTo>
                  <a:pt x="81" y="35"/>
                  <a:pt x="81" y="35"/>
                  <a:pt x="81" y="35"/>
                </a:cubicBezTo>
                <a:cubicBezTo>
                  <a:pt x="71" y="35"/>
                  <a:pt x="71" y="35"/>
                  <a:pt x="71" y="35"/>
                </a:cubicBezTo>
                <a:cubicBezTo>
                  <a:pt x="69" y="35"/>
                  <a:pt x="68" y="34"/>
                  <a:pt x="68" y="32"/>
                </a:cubicBezTo>
                <a:cubicBezTo>
                  <a:pt x="68" y="30"/>
                  <a:pt x="68" y="30"/>
                  <a:pt x="68" y="30"/>
                </a:cubicBezTo>
                <a:cubicBezTo>
                  <a:pt x="50" y="30"/>
                  <a:pt x="50" y="30"/>
                  <a:pt x="50" y="30"/>
                </a:cubicBezTo>
                <a:moveTo>
                  <a:pt x="41" y="43"/>
                </a:moveTo>
                <a:cubicBezTo>
                  <a:pt x="41" y="0"/>
                  <a:pt x="41" y="0"/>
                  <a:pt x="41" y="0"/>
                </a:cubicBezTo>
                <a:moveTo>
                  <a:pt x="41" y="43"/>
                </a:moveTo>
                <a:cubicBezTo>
                  <a:pt x="81" y="113"/>
                  <a:pt x="81" y="113"/>
                  <a:pt x="81" y="113"/>
                </a:cubicBezTo>
                <a:cubicBezTo>
                  <a:pt x="0" y="113"/>
                  <a:pt x="0" y="113"/>
                  <a:pt x="0" y="113"/>
                </a:cubicBezTo>
                <a:lnTo>
                  <a:pt x="41" y="43"/>
                </a:lnTo>
                <a:close/>
                <a:moveTo>
                  <a:pt x="53" y="65"/>
                </a:moveTo>
                <a:cubicBezTo>
                  <a:pt x="49" y="70"/>
                  <a:pt x="49" y="70"/>
                  <a:pt x="49" y="70"/>
                </a:cubicBezTo>
                <a:cubicBezTo>
                  <a:pt x="47" y="74"/>
                  <a:pt x="47" y="74"/>
                  <a:pt x="47" y="74"/>
                </a:cubicBezTo>
                <a:cubicBezTo>
                  <a:pt x="41" y="65"/>
                  <a:pt x="41" y="65"/>
                  <a:pt x="41" y="65"/>
                </a:cubicBezTo>
                <a:cubicBezTo>
                  <a:pt x="36" y="74"/>
                  <a:pt x="36" y="74"/>
                  <a:pt x="36" y="74"/>
                </a:cubicBezTo>
                <a:cubicBezTo>
                  <a:pt x="30" y="65"/>
                  <a:pt x="30" y="65"/>
                  <a:pt x="30" y="65"/>
                </a:cubicBezTo>
              </a:path>
            </a:pathLst>
          </a:custGeom>
          <a:noFill/>
          <a:ln w="12700" cap="rnd">
            <a:solidFill>
              <a:schemeClr val="tx1"/>
            </a:solidFill>
            <a:prstDash val="solid"/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fr-FR" b="0" i="0" noProof="0">
              <a:latin typeface="+mj-lt"/>
            </a:endParaRPr>
          </a:p>
        </p:txBody>
      </p:sp>
      <p:cxnSp>
        <p:nvCxnSpPr>
          <p:cNvPr id="94" name="Connecteur droit 93">
            <a:extLst>
              <a:ext uri="{FF2B5EF4-FFF2-40B4-BE49-F238E27FC236}">
                <a16:creationId xmlns:a16="http://schemas.microsoft.com/office/drawing/2014/main" id="{3D3E3821-F0E5-4437-990A-CA1106470A27}"/>
              </a:ext>
            </a:extLst>
          </p:cNvPr>
          <p:cNvCxnSpPr>
            <a:cxnSpLocks/>
          </p:cNvCxnSpPr>
          <p:nvPr userDrawn="1"/>
        </p:nvCxnSpPr>
        <p:spPr>
          <a:xfrm>
            <a:off x="3344559" y="2775049"/>
            <a:ext cx="917398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5" name="Connecteur droit 94">
            <a:extLst>
              <a:ext uri="{FF2B5EF4-FFF2-40B4-BE49-F238E27FC236}">
                <a16:creationId xmlns:a16="http://schemas.microsoft.com/office/drawing/2014/main" id="{A36DC1D3-6A74-4542-8030-9E8918EDCFEA}"/>
              </a:ext>
            </a:extLst>
          </p:cNvPr>
          <p:cNvCxnSpPr>
            <a:cxnSpLocks/>
          </p:cNvCxnSpPr>
          <p:nvPr/>
        </p:nvCxnSpPr>
        <p:spPr>
          <a:xfrm>
            <a:off x="3344559" y="1355757"/>
            <a:ext cx="920033" cy="0"/>
          </a:xfrm>
          <a:prstGeom prst="line">
            <a:avLst/>
          </a:prstGeom>
          <a:ln w="25400">
            <a:solidFill>
              <a:srgbClr val="B68F4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Rectangle 95">
            <a:extLst>
              <a:ext uri="{FF2B5EF4-FFF2-40B4-BE49-F238E27FC236}">
                <a16:creationId xmlns:a16="http://schemas.microsoft.com/office/drawing/2014/main" id="{DB545EA7-37C5-4234-9CCE-324662766EBE}"/>
              </a:ext>
            </a:extLst>
          </p:cNvPr>
          <p:cNvSpPr/>
          <p:nvPr userDrawn="1"/>
        </p:nvSpPr>
        <p:spPr>
          <a:xfrm>
            <a:off x="3246090" y="1122578"/>
            <a:ext cx="1619999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CONTEXTE</a:t>
            </a:r>
          </a:p>
        </p:txBody>
      </p:sp>
      <p:sp>
        <p:nvSpPr>
          <p:cNvPr id="97" name="Rectangle 96">
            <a:extLst>
              <a:ext uri="{FF2B5EF4-FFF2-40B4-BE49-F238E27FC236}">
                <a16:creationId xmlns:a16="http://schemas.microsoft.com/office/drawing/2014/main" id="{1E2D7D0C-29EE-4BE9-AB6A-BF45F5729D4E}"/>
              </a:ext>
            </a:extLst>
          </p:cNvPr>
          <p:cNvSpPr/>
          <p:nvPr userDrawn="1"/>
        </p:nvSpPr>
        <p:spPr>
          <a:xfrm>
            <a:off x="3246090" y="2542226"/>
            <a:ext cx="1619999" cy="246221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lvl="0"/>
            <a:r>
              <a:rPr lang="fr-FR" sz="1000" b="1" spc="200" baseline="0" noProof="0" dirty="0">
                <a:latin typeface="+mj-lt"/>
              </a:rPr>
              <a:t>MISSION</a:t>
            </a:r>
          </a:p>
        </p:txBody>
      </p:sp>
      <p:cxnSp>
        <p:nvCxnSpPr>
          <p:cNvPr id="29" name="Connecteur droit 28">
            <a:extLst>
              <a:ext uri="{FF2B5EF4-FFF2-40B4-BE49-F238E27FC236}">
                <a16:creationId xmlns:a16="http://schemas.microsoft.com/office/drawing/2014/main" id="{558F2B5A-7C24-4D67-A10A-FAA3FE010D5A}"/>
              </a:ext>
            </a:extLst>
          </p:cNvPr>
          <p:cNvCxnSpPr>
            <a:cxnSpLocks/>
          </p:cNvCxnSpPr>
          <p:nvPr userDrawn="1"/>
        </p:nvCxnSpPr>
        <p:spPr>
          <a:xfrm>
            <a:off x="6187765" y="444253"/>
            <a:ext cx="0" cy="493392"/>
          </a:xfrm>
          <a:prstGeom prst="line">
            <a:avLst/>
          </a:prstGeom>
          <a:ln w="127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Espace réservé du texte 4">
            <a:extLst>
              <a:ext uri="{FF2B5EF4-FFF2-40B4-BE49-F238E27FC236}">
                <a16:creationId xmlns:a16="http://schemas.microsoft.com/office/drawing/2014/main" id="{3B162ECB-17BD-CB4A-88F1-623F6E72E81B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46090" y="2861233"/>
            <a:ext cx="8502307" cy="3781425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18" name="Espace réservé du texte 2">
            <a:extLst>
              <a:ext uri="{FF2B5EF4-FFF2-40B4-BE49-F238E27FC236}">
                <a16:creationId xmlns:a16="http://schemas.microsoft.com/office/drawing/2014/main" id="{8F8DC4CB-981D-8A49-9CB8-3E2C61993EAB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245745" y="1442008"/>
            <a:ext cx="8502652" cy="777875"/>
          </a:xfrm>
        </p:spPr>
        <p:txBody>
          <a:bodyPr>
            <a:noAutofit/>
          </a:bodyPr>
          <a:lstStyle>
            <a:lvl1pPr algn="l">
              <a:spcBef>
                <a:spcPts val="200"/>
              </a:spcBef>
              <a:defRPr/>
            </a:lvl1pPr>
            <a:lvl2pPr algn="l">
              <a:spcBef>
                <a:spcPts val="200"/>
              </a:spcBef>
              <a:defRPr/>
            </a:lvl2pPr>
            <a:lvl3pPr algn="l">
              <a:spcBef>
                <a:spcPts val="200"/>
              </a:spcBef>
              <a:defRPr/>
            </a:lvl3pPr>
            <a:lvl4pPr algn="l">
              <a:spcBef>
                <a:spcPts val="200"/>
              </a:spcBef>
              <a:defRPr/>
            </a:lvl4pPr>
            <a:lvl5pPr algn="l">
              <a:spcBef>
                <a:spcPts val="200"/>
              </a:spcBef>
              <a:defRPr/>
            </a:lvl5pPr>
          </a:lstStyle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  <a:p>
            <a:pPr lvl="4"/>
            <a:r>
              <a:rPr lang="fr-FR" dirty="0"/>
              <a:t>Cinquième niveau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C24DEF8-214D-672D-DE34-66F439F35A4B}"/>
              </a:ext>
            </a:extLst>
          </p:cNvPr>
          <p:cNvSpPr/>
          <p:nvPr userDrawn="1"/>
        </p:nvSpPr>
        <p:spPr>
          <a:xfrm>
            <a:off x="0" y="0"/>
            <a:ext cx="2955393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fr-FR" b="0" i="0" noProof="0" dirty="0">
              <a:latin typeface="+mj-lt"/>
            </a:endParaRPr>
          </a:p>
        </p:txBody>
      </p:sp>
      <p:pic>
        <p:nvPicPr>
          <p:cNvPr id="4" name="Image 3">
            <a:extLst>
              <a:ext uri="{FF2B5EF4-FFF2-40B4-BE49-F238E27FC236}">
                <a16:creationId xmlns:a16="http://schemas.microsoft.com/office/drawing/2014/main" id="{26A6E147-0258-459A-DB1A-F2D66B59CB5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621" y="259470"/>
            <a:ext cx="1347030" cy="4974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1647545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ont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 2">
            <a:extLst>
              <a:ext uri="{FF2B5EF4-FFF2-40B4-BE49-F238E27FC236}">
                <a16:creationId xmlns:a16="http://schemas.microsoft.com/office/drawing/2014/main" id="{E63F6562-D7C1-4BE1-3D35-F2A01AACB6F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 flipH="1">
            <a:off x="179998" y="180001"/>
            <a:ext cx="11831999" cy="6498000"/>
          </a:xfrm>
          <a:prstGeom prst="rect">
            <a:avLst/>
          </a:prstGeom>
        </p:spPr>
      </p:pic>
      <p:sp>
        <p:nvSpPr>
          <p:cNvPr id="4" name="ZoneTexte 3">
            <a:extLst>
              <a:ext uri="{FF2B5EF4-FFF2-40B4-BE49-F238E27FC236}">
                <a16:creationId xmlns:a16="http://schemas.microsoft.com/office/drawing/2014/main" id="{7834FD92-5AF7-AE2B-EF0F-AAEB4171B8AA}"/>
              </a:ext>
            </a:extLst>
          </p:cNvPr>
          <p:cNvSpPr txBox="1"/>
          <p:nvPr userDrawn="1"/>
        </p:nvSpPr>
        <p:spPr>
          <a:xfrm>
            <a:off x="1083158" y="5253353"/>
            <a:ext cx="28428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sz="1200" kern="120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Square Management</a:t>
            </a:r>
            <a:br>
              <a:rPr lang="fr-FR" sz="1200" kern="120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</a:br>
            <a:endParaRPr lang="fr-FR" sz="1200" kern="1200" dirty="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  <a:p>
            <a:r>
              <a:rPr lang="fr-FR" sz="1200" kern="120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@</a:t>
            </a:r>
            <a:r>
              <a:rPr lang="fr-FR" sz="1200" kern="1200" dirty="0" err="1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  <a:t>square_managem</a:t>
            </a:r>
            <a:br>
              <a:rPr lang="fr-FR" sz="1200" kern="1200" dirty="0">
                <a:solidFill>
                  <a:schemeClr val="bg1"/>
                </a:solidFill>
                <a:effectLst/>
                <a:latin typeface="+mj-lt"/>
                <a:ea typeface="+mn-ea"/>
                <a:cs typeface="+mn-cs"/>
              </a:rPr>
            </a:br>
            <a:endParaRPr lang="fr-FR" sz="1200" kern="1200" dirty="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  <a:p>
            <a:endParaRPr lang="fr-FR" sz="1200" kern="1200" dirty="0">
              <a:solidFill>
                <a:schemeClr val="bg1"/>
              </a:solidFill>
              <a:effectLst/>
              <a:latin typeface="+mj-lt"/>
              <a:ea typeface="+mn-ea"/>
              <a:cs typeface="+mn-cs"/>
            </a:endParaRP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DC98FB5-2992-4A6A-9EA2-05CD6277548D}"/>
              </a:ext>
            </a:extLst>
          </p:cNvPr>
          <p:cNvSpPr txBox="1"/>
          <p:nvPr userDrawn="1"/>
        </p:nvSpPr>
        <p:spPr>
          <a:xfrm>
            <a:off x="789850" y="3823730"/>
            <a:ext cx="333510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200" b="0" i="0" dirty="0">
                <a:solidFill>
                  <a:schemeClr val="bg1"/>
                </a:solidFill>
                <a:effectLst/>
                <a:latin typeface="+mj-lt"/>
              </a:rPr>
              <a:t>173 Avenue Achille Peretti</a:t>
            </a:r>
          </a:p>
          <a:p>
            <a:r>
              <a:rPr lang="fr-FR" sz="1200" b="0" i="0" dirty="0">
                <a:solidFill>
                  <a:schemeClr val="bg1"/>
                </a:solidFill>
                <a:effectLst/>
                <a:latin typeface="+mj-lt"/>
              </a:rPr>
              <a:t>92200 Neuilly-sur-Seine</a:t>
            </a:r>
          </a:p>
          <a:p>
            <a:r>
              <a:rPr lang="fr-FR" sz="1200" b="0" i="0" dirty="0">
                <a:solidFill>
                  <a:schemeClr val="bg1"/>
                </a:solidFill>
                <a:effectLst/>
                <a:latin typeface="+mj-lt"/>
              </a:rPr>
              <a:t>+33 (0)1 46 40 40 00</a:t>
            </a:r>
          </a:p>
          <a:p>
            <a:endParaRPr lang="fr-FR" sz="1200" b="0" i="0" dirty="0">
              <a:solidFill>
                <a:schemeClr val="bg1"/>
              </a:solidFill>
              <a:effectLst/>
              <a:latin typeface="+mj-lt"/>
            </a:endParaRPr>
          </a:p>
          <a:p>
            <a:r>
              <a:rPr lang="fr-FR" sz="1200" b="0" i="0" dirty="0">
                <a:solidFill>
                  <a:schemeClr val="bg2"/>
                </a:solidFill>
                <a:effectLst/>
                <a:latin typeface="+mj-lt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square-management.com</a:t>
            </a:r>
            <a:endParaRPr lang="fr-FR" sz="1200" b="0" i="0" dirty="0">
              <a:solidFill>
                <a:schemeClr val="bg2"/>
              </a:solidFill>
              <a:effectLst/>
              <a:latin typeface="+mj-lt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785A9E5-7CA7-6C64-D8B3-3BB0F4372C6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56" y="2715068"/>
            <a:ext cx="2756514" cy="1017868"/>
          </a:xfrm>
          <a:prstGeom prst="rect">
            <a:avLst/>
          </a:prstGeom>
        </p:spPr>
      </p:pic>
      <p:sp>
        <p:nvSpPr>
          <p:cNvPr id="8" name="Ellipse 7">
            <a:extLst>
              <a:ext uri="{FF2B5EF4-FFF2-40B4-BE49-F238E27FC236}">
                <a16:creationId xmlns:a16="http://schemas.microsoft.com/office/drawing/2014/main" id="{5A71381F-F7B6-48DE-E760-58BA268DDF35}"/>
              </a:ext>
            </a:extLst>
          </p:cNvPr>
          <p:cNvSpPr/>
          <p:nvPr userDrawn="1"/>
        </p:nvSpPr>
        <p:spPr>
          <a:xfrm>
            <a:off x="866828" y="5669671"/>
            <a:ext cx="216000" cy="216000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 dirty="0" err="1">
              <a:latin typeface="+mj-lt"/>
            </a:endParaRPr>
          </a:p>
        </p:txBody>
      </p:sp>
      <p:grpSp>
        <p:nvGrpSpPr>
          <p:cNvPr id="10" name="Groupe 9">
            <a:extLst>
              <a:ext uri="{FF2B5EF4-FFF2-40B4-BE49-F238E27FC236}">
                <a16:creationId xmlns:a16="http://schemas.microsoft.com/office/drawing/2014/main" id="{E8BF0C5A-7009-9612-73A6-DC83BF032922}"/>
              </a:ext>
            </a:extLst>
          </p:cNvPr>
          <p:cNvGrpSpPr/>
          <p:nvPr userDrawn="1"/>
        </p:nvGrpSpPr>
        <p:grpSpPr>
          <a:xfrm>
            <a:off x="866828" y="5302580"/>
            <a:ext cx="216000" cy="216000"/>
            <a:chOff x="866828" y="5302580"/>
            <a:chExt cx="216000" cy="216000"/>
          </a:xfrm>
        </p:grpSpPr>
        <p:sp>
          <p:nvSpPr>
            <p:cNvPr id="11" name="Ellipse 10">
              <a:extLst>
                <a:ext uri="{FF2B5EF4-FFF2-40B4-BE49-F238E27FC236}">
                  <a16:creationId xmlns:a16="http://schemas.microsoft.com/office/drawing/2014/main" id="{23CB01E7-5074-8B97-24EC-61E4E097C1B0}"/>
                </a:ext>
              </a:extLst>
            </p:cNvPr>
            <p:cNvSpPr/>
            <p:nvPr/>
          </p:nvSpPr>
          <p:spPr>
            <a:xfrm>
              <a:off x="866828" y="5302580"/>
              <a:ext cx="216000" cy="21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fr-FR" dirty="0" err="1">
                <a:latin typeface="+mj-lt"/>
              </a:endParaRPr>
            </a:p>
          </p:txBody>
        </p:sp>
        <p:pic>
          <p:nvPicPr>
            <p:cNvPr id="13" name="Image 12">
              <a:extLst>
                <a:ext uri="{FF2B5EF4-FFF2-40B4-BE49-F238E27FC236}">
                  <a16:creationId xmlns:a16="http://schemas.microsoft.com/office/drawing/2014/main" id="{A91DF005-C620-B9EC-527D-8AC494FAB1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22457" t="17640" r="19076" b="23346"/>
            <a:stretch/>
          </p:blipFill>
          <p:spPr>
            <a:xfrm>
              <a:off x="909973" y="5345119"/>
              <a:ext cx="129710" cy="130923"/>
            </a:xfrm>
            <a:prstGeom prst="rect">
              <a:avLst/>
            </a:prstGeom>
          </p:spPr>
        </p:pic>
      </p:grpSp>
      <p:pic>
        <p:nvPicPr>
          <p:cNvPr id="15" name="Picture 2" descr="Twitter X - Logo Illustration par Chamus Cat · Creative Fabrica">
            <a:extLst>
              <a:ext uri="{FF2B5EF4-FFF2-40B4-BE49-F238E27FC236}">
                <a16:creationId xmlns:a16="http://schemas.microsoft.com/office/drawing/2014/main" id="{5103A5C6-0E7D-3428-5000-123177E64CB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6307" y="5703587"/>
            <a:ext cx="237867" cy="1587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4666988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752">
          <p15:clr>
            <a:srgbClr val="FBAE40"/>
          </p15:clr>
        </p15:guide>
        <p15:guide id="2" pos="55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oleObject" Target="../embeddings/oleObject1.bin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ags" Target="../tags/tag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20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emf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8.xml"/><Relationship Id="rId2" Type="http://schemas.openxmlformats.org/officeDocument/2006/relationships/slideLayout" Target="../slideLayouts/slideLayout17.xml"/><Relationship Id="rId1" Type="http://schemas.openxmlformats.org/officeDocument/2006/relationships/slideLayout" Target="../slideLayouts/slideLayout16.xml"/><Relationship Id="rId6" Type="http://schemas.openxmlformats.org/officeDocument/2006/relationships/image" Target="../media/image6.emf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hink-cell data - do not delete" hidden="1">
            <a:extLst>
              <a:ext uri="{FF2B5EF4-FFF2-40B4-BE49-F238E27FC236}">
                <a16:creationId xmlns:a16="http://schemas.microsoft.com/office/drawing/2014/main" id="{84A09A9C-A72A-48BB-A866-314A961509A2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17"/>
            </p:custDataLst>
            <p:extLst>
              <p:ext uri="{D42A27DB-BD31-4B8C-83A1-F6EECF244321}">
                <p14:modId xmlns:p14="http://schemas.microsoft.com/office/powerpoint/2010/main" val="2580399402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18" imgW="415" imgH="416" progId="TCLayout.ActiveDocument.1">
                  <p:embed/>
                </p:oleObj>
              </mc:Choice>
              <mc:Fallback>
                <p:oleObj name="think-cell Slide" r:id="rId18" imgW="415" imgH="416" progId="TCLayout.ActiveDocument.1">
                  <p:embed/>
                  <p:pic>
                    <p:nvPicPr>
                      <p:cNvPr id="2" name="think-cell data - do not delete" hidden="1">
                        <a:extLst>
                          <a:ext uri="{FF2B5EF4-FFF2-40B4-BE49-F238E27FC236}">
                            <a16:creationId xmlns:a16="http://schemas.microsoft.com/office/drawing/2014/main" id="{84A09A9C-A72A-48BB-A866-314A961509A2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19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Espace réservé du numéro de diapositive 3">
            <a:extLst>
              <a:ext uri="{FF2B5EF4-FFF2-40B4-BE49-F238E27FC236}">
                <a16:creationId xmlns:a16="http://schemas.microsoft.com/office/drawing/2014/main" id="{E74A8E90-F04B-4D8F-9D46-1663D642AB86}"/>
              </a:ext>
            </a:extLst>
          </p:cNvPr>
          <p:cNvSpPr txBox="1">
            <a:spLocks/>
          </p:cNvSpPr>
          <p:nvPr/>
        </p:nvSpPr>
        <p:spPr>
          <a:xfrm>
            <a:off x="11508118" y="6486778"/>
            <a:ext cx="342700" cy="123111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defPPr>
              <a:defRPr lang="fr-FR"/>
            </a:defPPr>
            <a:lvl1pPr marL="0" algn="r" defTabSz="914400" rtl="0" eaLnBrk="1" latinLnBrk="0" hangingPunct="1">
              <a:lnSpc>
                <a:spcPct val="100000"/>
              </a:lnSpc>
              <a:defRPr sz="600" kern="1200">
                <a:solidFill>
                  <a:schemeClr val="tx1"/>
                </a:solidFill>
                <a:latin typeface="Montserrat" pitchFamily="2" charset="77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975A587B-5814-4D9B-9598-FE9CB954CB01}" type="slidenum">
              <a:rPr lang="fr-FR" b="0" i="0" smtClean="0">
                <a:latin typeface="Verdana" panose="020B0604030504040204" pitchFamily="34" charset="0"/>
              </a:rPr>
              <a:pPr/>
              <a:t>‹N°›</a:t>
            </a:fld>
            <a:endParaRPr lang="fr-FR" b="0" i="0">
              <a:latin typeface="Verdana" panose="020B0604030504040204" pitchFamily="34" charset="0"/>
            </a:endParaRPr>
          </a:p>
        </p:txBody>
      </p:sp>
      <p:pic>
        <p:nvPicPr>
          <p:cNvPr id="7" name="Image 6">
            <a:extLst>
              <a:ext uri="{FF2B5EF4-FFF2-40B4-BE49-F238E27FC236}">
                <a16:creationId xmlns:a16="http://schemas.microsoft.com/office/drawing/2014/main" id="{009E8BC2-D782-2DF2-649A-E758EBBE110B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377427" y="6376883"/>
            <a:ext cx="342700" cy="3429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237631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15" r:id="rId1"/>
    <p:sldLayoutId id="2147484316" r:id="rId2"/>
    <p:sldLayoutId id="2147484317" r:id="rId3"/>
    <p:sldLayoutId id="2147484318" r:id="rId4"/>
    <p:sldLayoutId id="2147484319" r:id="rId5"/>
    <p:sldLayoutId id="2147484320" r:id="rId6"/>
    <p:sldLayoutId id="2147484321" r:id="rId7"/>
    <p:sldLayoutId id="2147484322" r:id="rId8"/>
    <p:sldLayoutId id="2147484323" r:id="rId9"/>
    <p:sldLayoutId id="2147484324" r:id="rId10"/>
    <p:sldLayoutId id="2147484325" r:id="rId11"/>
    <p:sldLayoutId id="2147484326" r:id="rId12"/>
    <p:sldLayoutId id="2147484335" r:id="rId13"/>
    <p:sldLayoutId id="2147484337" r:id="rId14"/>
    <p:sldLayoutId id="2147484341" r:id="rId15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2600" b="1" i="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285750" indent="-285750" algn="just" defTabSz="914400" rtl="0" eaLnBrk="1" latinLnBrk="0" hangingPunct="1">
        <a:lnSpc>
          <a:spcPct val="100000"/>
        </a:lnSpc>
        <a:spcBef>
          <a:spcPts val="0"/>
        </a:spcBef>
        <a:buFont typeface="Wingdings" pitchFamily="2" charset="2"/>
        <a:buChar char="§"/>
        <a:defRPr sz="1400" b="1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285750" indent="-285750" algn="just" defTabSz="914400" rtl="0" eaLnBrk="1" latinLnBrk="0" hangingPunct="1">
        <a:lnSpc>
          <a:spcPct val="100000"/>
        </a:lnSpc>
        <a:spcBef>
          <a:spcPts val="1100"/>
        </a:spcBef>
        <a:buFont typeface="Wingdings" pitchFamily="2" charset="2"/>
        <a:buChar char="§"/>
        <a:defRPr sz="14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273050" indent="-273050" algn="just" defTabSz="914400" rtl="0" eaLnBrk="1" latinLnBrk="0" hangingPunct="1">
        <a:lnSpc>
          <a:spcPct val="100000"/>
        </a:lnSpc>
        <a:spcBef>
          <a:spcPts val="800"/>
        </a:spcBef>
        <a:buFont typeface="Wingdings" pitchFamily="2" charset="2"/>
        <a:buChar char="§"/>
        <a:tabLst/>
        <a:defRPr sz="11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447675" indent="-268288" algn="just" defTabSz="914400" rtl="0" eaLnBrk="1" latinLnBrk="0" hangingPunct="1">
        <a:lnSpc>
          <a:spcPct val="100000"/>
        </a:lnSpc>
        <a:spcBef>
          <a:spcPts val="500"/>
        </a:spcBef>
        <a:buSzPct val="100000"/>
        <a:buFont typeface="Lucida Grande" panose="020B0600040502020204" pitchFamily="34" charset="0"/>
        <a:buChar char="▫"/>
        <a:tabLst/>
        <a:defRPr sz="11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622300" indent="-265113" algn="just" defTabSz="914400" rtl="0" eaLnBrk="1" latinLnBrk="0" hangingPunct="1">
        <a:lnSpc>
          <a:spcPct val="100000"/>
        </a:lnSpc>
        <a:spcBef>
          <a:spcPts val="500"/>
        </a:spcBef>
        <a:buFont typeface="Police système"/>
        <a:buChar char="-"/>
        <a:tabLst/>
        <a:defRPr sz="1100" b="0" i="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04863" indent="-265113" algn="just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979488" indent="-265113" algn="just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1155700" indent="-266700" algn="l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1347788" indent="-276225" algn="l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Image 8">
            <a:extLst>
              <a:ext uri="{FF2B5EF4-FFF2-40B4-BE49-F238E27FC236}">
                <a16:creationId xmlns:a16="http://schemas.microsoft.com/office/drawing/2014/main" id="{0049FF2A-CBAF-DD4B-99BC-37F5734D7840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626267" y="6215145"/>
            <a:ext cx="342900" cy="342900"/>
          </a:xfrm>
          <a:prstGeom prst="rect">
            <a:avLst/>
          </a:prstGeom>
        </p:spPr>
      </p:pic>
      <p:sp>
        <p:nvSpPr>
          <p:cNvPr id="2" name="Espace réservé du texte 1">
            <a:extLst>
              <a:ext uri="{FF2B5EF4-FFF2-40B4-BE49-F238E27FC236}">
                <a16:creationId xmlns:a16="http://schemas.microsoft.com/office/drawing/2014/main" id="{EBCCC6D4-453D-8244-BA30-ED7783255B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fr-FR" dirty="0"/>
              <a:t>Cliquez pour modifier les styles du texte du masque</a:t>
            </a:r>
          </a:p>
          <a:p>
            <a:pPr lvl="1"/>
            <a:r>
              <a:rPr lang="fr-FR" dirty="0"/>
              <a:t>Deuxième niveau</a:t>
            </a:r>
          </a:p>
          <a:p>
            <a:pPr lvl="2"/>
            <a:r>
              <a:rPr lang="fr-FR" dirty="0"/>
              <a:t>Troisième niveau</a:t>
            </a:r>
          </a:p>
          <a:p>
            <a:pPr lvl="3"/>
            <a:r>
              <a:rPr lang="fr-FR" dirty="0"/>
              <a:t>Quatrième niveau</a:t>
            </a:r>
          </a:p>
        </p:txBody>
      </p:sp>
    </p:spTree>
    <p:extLst>
      <p:ext uri="{BB962C8B-B14F-4D97-AF65-F5344CB8AC3E}">
        <p14:creationId xmlns:p14="http://schemas.microsoft.com/office/powerpoint/2010/main" val="36344839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350" r:id="rId1"/>
    <p:sldLayoutId id="2147484351" r:id="rId2"/>
    <p:sldLayoutId id="2147484352" r:id="rId3"/>
    <p:sldLayoutId id="2147484353" r:id="rId4"/>
  </p:sldLayoutIdLst>
  <p:hf hdr="0"/>
  <p:txStyles>
    <p:titleStyle>
      <a:lvl1pPr algn="ctr" defTabSz="914400" rtl="0" eaLnBrk="1" latinLnBrk="0" hangingPunct="1">
        <a:lnSpc>
          <a:spcPct val="100000"/>
        </a:lnSpc>
        <a:spcBef>
          <a:spcPct val="0"/>
        </a:spcBef>
        <a:buNone/>
        <a:defRPr sz="2600" b="1" i="0" kern="1200">
          <a:solidFill>
            <a:schemeClr val="tx1"/>
          </a:solidFill>
          <a:latin typeface="Verdana" panose="020B0604030504040204" pitchFamily="34" charset="0"/>
          <a:ea typeface="+mj-ea"/>
          <a:cs typeface="+mj-cs"/>
        </a:defRPr>
      </a:lvl1pPr>
    </p:titleStyle>
    <p:bodyStyle>
      <a:lvl1pPr marL="0" indent="0" algn="just" defTabSz="914400" rtl="0" eaLnBrk="1" latinLnBrk="0" hangingPunct="1">
        <a:lnSpc>
          <a:spcPct val="100000"/>
        </a:lnSpc>
        <a:spcBef>
          <a:spcPts val="500"/>
        </a:spcBef>
        <a:buFont typeface="Wingdings" pitchFamily="2" charset="2"/>
        <a:buNone/>
        <a:defRPr lang="fr-FR" sz="1100" b="0" i="0" kern="1200" dirty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1pPr>
      <a:lvl2pPr marL="180000" indent="-180000" algn="just" defTabSz="914400" rtl="0" eaLnBrk="1" latinLnBrk="0" hangingPunct="1">
        <a:lnSpc>
          <a:spcPct val="100000"/>
        </a:lnSpc>
        <a:spcBef>
          <a:spcPts val="500"/>
        </a:spcBef>
        <a:buFont typeface="Arial" panose="020B0604020202020204" pitchFamily="34" charset="0"/>
        <a:buChar char="•"/>
        <a:defRPr lang="fr-FR" sz="1100" b="0" i="0" kern="1200" dirty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2pPr>
      <a:lvl3pPr marL="360000" indent="-180000" algn="just" defTabSz="914400" rtl="0" eaLnBrk="1" latinLnBrk="0" hangingPunct="1">
        <a:lnSpc>
          <a:spcPct val="100000"/>
        </a:lnSpc>
        <a:spcBef>
          <a:spcPts val="500"/>
        </a:spcBef>
        <a:buFont typeface="Courier New" panose="02070309020205020404" pitchFamily="49" charset="0"/>
        <a:buChar char="o"/>
        <a:tabLst/>
        <a:defRPr lang="fr-FR" sz="1100" b="0" i="0" kern="1200" dirty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3pPr>
      <a:lvl4pPr marL="540000" indent="-180000" algn="just" defTabSz="914400" rtl="0" eaLnBrk="1" latinLnBrk="0" hangingPunct="1">
        <a:lnSpc>
          <a:spcPct val="100000"/>
        </a:lnSpc>
        <a:spcBef>
          <a:spcPts val="500"/>
        </a:spcBef>
        <a:buSzPct val="100000"/>
        <a:buFont typeface="Wingdings" pitchFamily="2" charset="2"/>
        <a:buChar char="§"/>
        <a:tabLst/>
        <a:defRPr lang="fr-FR" sz="1100" b="0" i="0" kern="1200" dirty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4pPr>
      <a:lvl5pPr marL="534988" indent="0" algn="just" defTabSz="914400" rtl="0" eaLnBrk="1" latinLnBrk="0" hangingPunct="1">
        <a:lnSpc>
          <a:spcPct val="100000"/>
        </a:lnSpc>
        <a:spcBef>
          <a:spcPts val="500"/>
        </a:spcBef>
        <a:buFont typeface="Police système"/>
        <a:buNone/>
        <a:tabLst/>
        <a:defRPr lang="fr-FR" sz="1100" b="0" i="0" kern="1200" dirty="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5pPr>
      <a:lvl6pPr marL="804863" indent="-265113" algn="just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6pPr>
      <a:lvl7pPr marL="979488" indent="-265113" algn="just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7pPr>
      <a:lvl8pPr marL="869950" indent="0" algn="l" defTabSz="914400" rtl="0" eaLnBrk="1" latinLnBrk="0" hangingPunct="1">
        <a:lnSpc>
          <a:spcPct val="90000"/>
        </a:lnSpc>
        <a:spcBef>
          <a:spcPts val="500"/>
        </a:spcBef>
        <a:buFont typeface="Police système"/>
        <a:buNone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8pPr>
      <a:lvl9pPr marL="1347788" indent="-276225" algn="l" defTabSz="914400" rtl="0" eaLnBrk="1" latinLnBrk="0" hangingPunct="1">
        <a:lnSpc>
          <a:spcPct val="90000"/>
        </a:lnSpc>
        <a:spcBef>
          <a:spcPts val="500"/>
        </a:spcBef>
        <a:buFont typeface="Police système"/>
        <a:buChar char="-"/>
        <a:tabLst/>
        <a:defRPr sz="1100" kern="1200">
          <a:solidFill>
            <a:schemeClr val="tx1"/>
          </a:solidFill>
          <a:latin typeface="Verdana" panose="020B0604030504040204" pitchFamily="34" charset="0"/>
          <a:ea typeface="Verdana" panose="020B0604030504040204" pitchFamily="34" charset="0"/>
          <a:cs typeface="Verdana" panose="020B0604030504040204" pitchFamily="34" charset="0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480" y="256032"/>
            <a:ext cx="11338560" cy="48013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lang="fr-FR" sz="3000" b="1" i="0" noProof="0" dirty="0">
                <a:solidFill>
                  <a:srgbClr val="1A1A1A"/>
                </a:solidFill>
                <a:latin typeface="Verdana"/>
              </a:rPr>
              <a:t>Timeline IA Square Management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29768" y="896112"/>
            <a:ext cx="11338560" cy="218521"/>
          </a:xfrm>
          <a:prstGeom prst="rect">
            <a:avLst/>
          </a:prstGeom>
          <a:noFill/>
        </p:spPr>
        <p:txBody>
          <a:bodyPr wrap="square" lIns="27432" tIns="9144" rIns="27432" bIns="9144" anchor="t">
            <a:spAutoFit/>
          </a:bodyPr>
          <a:lstStyle/>
          <a:p>
            <a:r>
              <a:rPr lang="fr-FR" sz="1300" b="1" i="0" noProof="0" dirty="0">
                <a:solidFill>
                  <a:srgbClr val="BD8E42"/>
                </a:solidFill>
                <a:latin typeface="Verdana"/>
              </a:rPr>
              <a:t>NOS MISSIONS INTELLIGENCE ARTIFICIELLE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3639312"/>
            <a:ext cx="11274552" cy="0"/>
          </a:xfrm>
          <a:prstGeom prst="line">
            <a:avLst/>
          </a:prstGeom>
          <a:ln w="25400">
            <a:solidFill>
              <a:srgbClr val="BD8E42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448056" y="12344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SOCIETE GENERALE BDDF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SOBOT &amp; Feedback Management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8056" y="19202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BPCE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Expertise IA - NLP - </a:t>
            </a:r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LLMs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48056" y="26060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MOET HENNESSY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IT Delivery Manager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" y="4102832"/>
            <a:ext cx="2194560" cy="42627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CARMIGNAC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Excellence Opérationnelle - PMO programme de transformation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" y="4844946"/>
            <a:ext cx="2194560" cy="441659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UNIVERSITÉ DE BONN ALLEMAGNE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Planification contrainte dans l’urgence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" y="5449824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SG BDDF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Maintenance opérationnelle et amélioration continue de </a:t>
            </a:r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SoBot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978407" y="3401568"/>
            <a:ext cx="113385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fr-FR" sz="2200" b="1" i="1" noProof="0" dirty="0">
                <a:solidFill>
                  <a:srgbClr val="BD8E42"/>
                </a:solidFill>
                <a:latin typeface="Verdana"/>
              </a:rPr>
              <a:t>2022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24911" y="12344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LA POSTE - BGPN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PMO Data &amp; IA Gen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24911" y="19202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BNPP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Pôle Innovation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24911" y="2722088"/>
            <a:ext cx="2194560" cy="42627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BALOISE ASSURANCES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Exploration de cas d'usage GenAI au sein du département juridique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24911" y="3950208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BALOISE ASSURANCES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Expertise IA - NLP - </a:t>
            </a:r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LLMs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724911" y="4787238"/>
            <a:ext cx="2194560" cy="55707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BNPP</a:t>
            </a:r>
          </a:p>
          <a:p>
            <a:pPr algn="ctr"/>
            <a:r>
              <a:rPr lang="fr-FR" sz="850" dirty="0">
                <a:solidFill>
                  <a:srgbClr val="505050"/>
                </a:solidFill>
              </a:rPr>
              <a:t>Proposer un Champ d’Innovation orienté "design-to-</a:t>
            </a:r>
            <a:r>
              <a:rPr lang="fr-FR" sz="850" dirty="0" err="1">
                <a:solidFill>
                  <a:srgbClr val="505050"/>
                </a:solidFill>
              </a:rPr>
              <a:t>save</a:t>
            </a:r>
            <a:r>
              <a:rPr lang="fr-FR" sz="850" dirty="0">
                <a:solidFill>
                  <a:srgbClr val="505050"/>
                </a:solidFill>
              </a:rPr>
              <a:t>" avec un objectif de gain de 20% pour l'IT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724911" y="5449824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BPCE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Conférence sur l'IA auprès de tous les responsables RH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55263" y="3401568"/>
            <a:ext cx="113385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fr-FR" sz="2200" b="1" i="1" noProof="0" dirty="0">
                <a:solidFill>
                  <a:srgbClr val="BD8E42"/>
                </a:solidFill>
                <a:latin typeface="Verdana"/>
              </a:rPr>
              <a:t>2023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92624" y="12344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L'OREAL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Recherche &amp; Innovation - Stratégie digitale &amp; IA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92624" y="19202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SOCIETE GENERALE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Ecosystème des projets IA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992624" y="2787491"/>
            <a:ext cx="2194560" cy="295466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BPCE SA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Projets transverses IA Générative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992624" y="3950208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SG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AI Innovation Product &amp; Project Management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92624" y="4700016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CREDIT AGRICOLE CIB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Amélioration du cycle de vie des modèles de détection d'abus de…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92624" y="5449824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L'OREAL - R&amp;I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Global Digital Transformation - </a:t>
            </a:r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Augmented</a:t>
            </a:r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 </a:t>
            </a:r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Researchers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5522976" y="3401568"/>
            <a:ext cx="113385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fr-FR" sz="2200" b="1" i="1" noProof="0" dirty="0">
                <a:solidFill>
                  <a:srgbClr val="BD8E42"/>
                </a:solidFill>
                <a:latin typeface="Verdana"/>
              </a:rPr>
              <a:t>2024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69480" y="12344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AXA GIE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Data &amp; IA Transfo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69480" y="19202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CREDIT AGRICOLE LEASING AND FACTORING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Acculturation Intelligence Artificielle (IA)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269480" y="26060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CREDIT AGRICOLE CONSUMER FINANCE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Projet de transformation - Programme IA </a:t>
            </a:r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Connect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7269480" y="3950208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L'OREAL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Pilotage de projets innovants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69480" y="4852640"/>
            <a:ext cx="2194560" cy="42627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AXA XL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Change Management - Déploiement d'un outil IA d’automatisation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69480" y="5449824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L'OREAL - RECHERCHE &amp; INNOVATION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Transformation digitale - Recherche &amp; Innovation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799832" y="3401568"/>
            <a:ext cx="113385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fr-FR" sz="2200" b="1" i="1" noProof="0" dirty="0">
                <a:solidFill>
                  <a:srgbClr val="BD8E42"/>
                </a:solidFill>
                <a:latin typeface="Verdana"/>
              </a:rPr>
              <a:t>2025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546336" y="12344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LA BANQUE POSTALE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Intelligence artificielle pour la conformité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546336" y="19202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NATIXIS IM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TOM Project Portfolio Management &amp; Gouvernance IA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546336" y="2606040"/>
            <a:ext cx="2194560" cy="658368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BNPP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BNPP - CIB - GB CCCO INDUS PROGRAM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546336" y="4102832"/>
            <a:ext cx="2194560" cy="426271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BNPP BCEF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Positionnement des moyens de paiement à horizon 2030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546336" y="4700016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BNP PARIBAS</a:t>
            </a:r>
          </a:p>
          <a:p>
            <a:pPr algn="ctr"/>
            <a:r>
              <a:rPr lang="fr-FR" sz="850" b="0" i="0" noProof="0" dirty="0">
                <a:solidFill>
                  <a:srgbClr val="505050"/>
                </a:solidFill>
                <a:latin typeface="Verdana"/>
              </a:rPr>
              <a:t>Etude Stratégique - Paiements à 2030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546336" y="5449824"/>
            <a:ext cx="2194560" cy="731520"/>
          </a:xfrm>
          <a:prstGeom prst="rect">
            <a:avLst/>
          </a:prstGeom>
          <a:noFill/>
        </p:spPr>
        <p:txBody>
          <a:bodyPr wrap="square" lIns="27432" tIns="9144" rIns="27432" bIns="9144" anchor="ctr">
            <a:spAutoFit/>
          </a:bodyPr>
          <a:lstStyle/>
          <a:p>
            <a:pPr algn="ctr"/>
            <a:r>
              <a:rPr lang="fr-FR" sz="950" b="1" i="0" noProof="0" dirty="0">
                <a:solidFill>
                  <a:srgbClr val="1A1A1A"/>
                </a:solidFill>
                <a:latin typeface="Verdana"/>
              </a:rPr>
              <a:t>ABILICOR</a:t>
            </a:r>
          </a:p>
          <a:p>
            <a:pPr algn="ctr"/>
            <a:r>
              <a:rPr lang="fr-FR" sz="850" b="0" i="0" noProof="0" dirty="0" err="1">
                <a:solidFill>
                  <a:srgbClr val="505050"/>
                </a:solidFill>
                <a:latin typeface="Verdana"/>
              </a:rPr>
              <a:t>LeadAI</a:t>
            </a:r>
            <a:endParaRPr lang="fr-FR" sz="850" b="0" i="0" noProof="0" dirty="0">
              <a:solidFill>
                <a:srgbClr val="505050"/>
              </a:solidFill>
              <a:latin typeface="Verdana"/>
            </a:endParaRPr>
          </a:p>
        </p:txBody>
      </p:sp>
      <p:sp>
        <p:nvSpPr>
          <p:cNvPr id="39" name="Rectangle 38"/>
          <p:cNvSpPr/>
          <p:nvPr/>
        </p:nvSpPr>
        <p:spPr>
          <a:xfrm>
            <a:off x="10076688" y="3401568"/>
            <a:ext cx="1133856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fr-FR" sz="2200" b="1" i="1" noProof="0" dirty="0">
                <a:solidFill>
                  <a:srgbClr val="BD8E42"/>
                </a:solidFill>
                <a:latin typeface="Verdana"/>
              </a:rPr>
              <a:t>2026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PRESENTATIONDONOTDELETE" val="&lt;?xml version=&quot;1.0&quot; encoding=&quot;UTF-16&quot; standalone=&quot;yes&quot;?&gt;&lt;root reqver=&quot;28224&quot;&gt;&lt;version val=&quot;35586&quot;/&gt;&lt;CPresentation id=&quot;1&quot;&gt;&lt;m_precDefaultNumber&gt;&lt;m_yearfmt&gt;&lt;begin val=&quot;0&quot;/&gt;&lt;end val=&quot;4&quot;/&gt;&lt;/m_yearfmt&gt;&lt;/m_precDefaultNumber&gt;&lt;m_precDefaultPercent&gt;&lt;m_yearfmt&gt;&lt;begin val=&quot;0&quot;/&gt;&lt;end val=&quot;4&quot;/&gt;&lt;/m_yearfmt&gt;&lt;/m_precDefaultPercent&gt;&lt;m_precDefaultDate&gt;&lt;m_bNumberIsYear val=&quot;0&quot;/&gt;&lt;m_strFormatTime&gt;%d/%m/%Y&lt;/m_strFormatTime&gt;&lt;m_yearfmt&gt;&lt;begin val=&quot;0&quot;/&gt;&lt;end val=&quot;0&quot;/&gt;&lt;/m_yearfmt&gt;&lt;/m_precDefaultDate&gt;&lt;m_precDefaultDay&gt;&lt;m_bNumberIsYear val=&quot;0&quot;/&gt;&lt;m_strFormatTime&gt;%#d&lt;/m_strFormatTime&gt;&lt;m_yearfmt&gt;&lt;begin val=&quot;0&quot;/&gt;&lt;end val=&quot;4&quot;/&gt;&lt;/m_yearfmt&gt;&lt;/m_precDefaultDay&gt;&lt;m_precDefaultWeek&gt;&lt;m_bNumberIsYear val=&quot;0&quot;/&gt;&lt;m_strFormatTime&gt;%d.&lt;/m_strFormatTime&gt;&lt;m_yearfmt&gt;&lt;begin val=&quot;0&quot;/&gt;&lt;end val=&quot;4&quot;/&gt;&lt;/m_yearfmt&gt;&lt;/m_precDefaultWeek&gt;&lt;m_precDefaultMonth&gt;&lt;m_bNumberIsYear val=&quot;0&quot;/&gt;&lt;m_strFormatTime&gt;%1&lt;/m_strFormatTime&gt;&lt;m_yearfmt&gt;&lt;begin val=&quot;0&quot;/&gt;&lt;end val=&quot;4&quot;/&gt;&lt;/m_yearfmt&gt;&lt;/m_precDefaultMonth&gt;&lt;m_precDefaultQuarter&gt;&lt;m_bNumberIsYear val=&quot;0&quot;/&gt;&lt;m_strFormatTime&gt;Q%5&lt;/m_strFormatTime&gt;&lt;m_yearfmt&gt;&lt;begin val=&quot;0&quot;/&gt;&lt;end val=&quot;4&quot;/&gt;&lt;/m_yearfmt&gt;&lt;/m_precDefaultQuarter&gt;&lt;m_precDefaultYear&gt;&lt;m_bNumberIsYear val=&quot;0&quot;/&gt;&lt;m_strFormatTime&gt;%Y&lt;/m_strFormatTime&gt;&lt;m_yearfmt&gt;&lt;begin val=&quot;0&quot;/&gt;&lt;end val=&quot;0&quot;/&gt;&lt;/m_yearfmt&gt;&lt;/m_precDefaultYear&gt;&lt;m_precDefaultFYDay&gt;&lt;m_yearfmt&gt;&lt;begin val=&quot;0&quot;/&gt;&lt;end val=&quot;4&quot;/&gt;&lt;/m_yearfmt&gt;&lt;/m_precDefaultFYDay&gt;&lt;m_precDefaultFYWeek&gt;&lt;m_yearfmt&gt;&lt;begin val=&quot;0&quot;/&gt;&lt;end val=&quot;4&quot;/&gt;&lt;/m_yearfmt&gt;&lt;/m_precDefaultFYWeek&gt;&lt;m_precDefaultFYMonth&gt;&lt;m_yearfmt&gt;&lt;begin val=&quot;0&quot;/&gt;&lt;end val=&quot;4&quot;/&gt;&lt;/m_yearfmt&gt;&lt;/m_precDefaultFYMonth&gt;&lt;m_precDefaultFYQuarter&gt;&lt;m_yearfmt&gt;&lt;begin val=&quot;0&quot;/&gt;&lt;end val=&quot;4&quot;/&gt;&lt;/m_yearfmt&gt;&lt;/m_precDefaultFYQuarter&gt;&lt;m_precDefaultFYYear&gt;&lt;m_yearfmt&gt;&lt;begin val=&quot;0&quot;/&gt;&lt;end val=&quot;4&quot;/&gt;&lt;/m_yearfmt&gt;&lt;/m_precDefaultFYYear&gt;&lt;m_mruColor&gt;&lt;m_vecMRU length=&quot;2&quot;&gt;&lt;elem m_fUsage=&quot;2.43900000000000005684E+00&quot;&gt;&lt;m_msothmcolidx val=&quot;0&quot;/&gt;&lt;m_rgb r=&quot;30&quot; g=&quot;7D&quot; b=&quot;FF&quot;/&gt;&lt;/elem&gt;&lt;elem m_fUsage=&quot;1.00000000000000000000E+00&quot;&gt;&lt;m_msothmcolidx val=&quot;0&quot;/&gt;&lt;m_rgb r=&quot;F2&quot; g=&quot;F5&quot; b=&quot;F8&quot;/&gt;&lt;/elem&gt;&lt;/m_vecMRU&gt;&lt;/m_mruColor&gt;&lt;m_eweekdayFirstOfWeek val=&quot;2&quot;/&gt;&lt;m_eweekdayFirstOfWorkweek val=&quot;2&quot;/&gt;&lt;m_eweekdayFirstOfWeekend val=&quot;7&quot;/&gt;&lt;/CPresentation&gt;&lt;/root&gt;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Theme_SM_T2_2024">
  <a:themeElements>
    <a:clrScheme name="Square T2 _ 2020">
      <a:dk1>
        <a:srgbClr val="000000"/>
      </a:dk1>
      <a:lt1>
        <a:srgbClr val="FFFFFF"/>
      </a:lt1>
      <a:dk2>
        <a:srgbClr val="000000"/>
      </a:dk2>
      <a:lt2>
        <a:srgbClr val="BD8E42"/>
      </a:lt2>
      <a:accent1>
        <a:srgbClr val="404041"/>
      </a:accent1>
      <a:accent2>
        <a:srgbClr val="876B3A"/>
      </a:accent2>
      <a:accent3>
        <a:srgbClr val="807F7E"/>
      </a:accent3>
      <a:accent4>
        <a:srgbClr val="B58F4F"/>
      </a:accent4>
      <a:accent5>
        <a:srgbClr val="BEBFBF"/>
      </a:accent5>
      <a:accent6>
        <a:srgbClr val="D2BC93"/>
      </a:accent6>
      <a:hlink>
        <a:srgbClr val="000000"/>
      </a:hlink>
      <a:folHlink>
        <a:srgbClr val="000000"/>
      </a:folHlink>
    </a:clrScheme>
    <a:fontScheme name="Square 2 T2 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solidFill>
          <a:schemeClr val="bg2"/>
        </a:solidFill>
        <a:ln>
          <a:noFill/>
        </a:ln>
      </a:spPr>
      <a:bodyPr rtlCol="0" anchor="ctr"/>
      <a:lstStyle>
        <a:defPPr algn="ctr">
          <a:defRPr dirty="0" err="1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0000" tIns="45720" rIns="91440" bIns="45720" rtlCol="0">
        <a:noAutofit/>
      </a:bodyPr>
      <a:lstStyle>
        <a:defPPr algn="just">
          <a:spcBef>
            <a:spcPts val="600"/>
          </a:spcBef>
          <a:buClr>
            <a:schemeClr val="tx1"/>
          </a:buClr>
          <a:defRPr sz="1400" dirty="0" err="1" smtClean="0">
            <a:latin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Theme_SM_T2_2024" id="{4A5D5526-CC66-4D2D-A1FE-2DD4F814179C}" vid="{53C90189-911F-4730-AE53-FB59024CA2A8}"/>
    </a:ext>
  </a:extLst>
</a:theme>
</file>

<file path=ppt/theme/theme2.xml><?xml version="1.0" encoding="utf-8"?>
<a:theme xmlns:a="http://schemas.openxmlformats.org/drawingml/2006/main" name="Square 2020_T2">
  <a:themeElements>
    <a:clrScheme name="Square 2 T2 2020">
      <a:dk1>
        <a:srgbClr val="000000"/>
      </a:dk1>
      <a:lt1>
        <a:srgbClr val="FFFFFF"/>
      </a:lt1>
      <a:dk2>
        <a:srgbClr val="000000"/>
      </a:dk2>
      <a:lt2>
        <a:srgbClr val="BD8E42"/>
      </a:lt2>
      <a:accent1>
        <a:srgbClr val="404041"/>
      </a:accent1>
      <a:accent2>
        <a:srgbClr val="876B3A"/>
      </a:accent2>
      <a:accent3>
        <a:srgbClr val="807F7E"/>
      </a:accent3>
      <a:accent4>
        <a:srgbClr val="B58F4F"/>
      </a:accent4>
      <a:accent5>
        <a:srgbClr val="BEBFBF"/>
      </a:accent5>
      <a:accent6>
        <a:srgbClr val="D2BC93"/>
      </a:accent6>
      <a:hlink>
        <a:srgbClr val="000000"/>
      </a:hlink>
      <a:folHlink>
        <a:srgbClr val="000000"/>
      </a:folHlink>
    </a:clrScheme>
    <a:fontScheme name="Square 2 T2 2020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 rtlCol="0" anchor="ctr"/>
      <a:lstStyle>
        <a:defPPr algn="ctr">
          <a:defRPr dirty="0" err="1" smtClean="0">
            <a:latin typeface="+mj-lt"/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wrap="square" lIns="90000" tIns="45720" rIns="91440" bIns="45720" rtlCol="0">
        <a:noAutofit/>
      </a:bodyPr>
      <a:lstStyle>
        <a:defPPr algn="just">
          <a:spcBef>
            <a:spcPts val="600"/>
          </a:spcBef>
          <a:buClr>
            <a:schemeClr val="tx1"/>
          </a:buClr>
          <a:defRPr sz="1400" dirty="0" err="1" smtClean="0">
            <a:latin typeface="Verdana" panose="020B0604030504040204" pitchFamily="34" charset="0"/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S-Offre-Commerciale-v9-Globale.potx" id="{6FD58F7E-61E5-409E-83F4-BF1332B9EA21}" vid="{FDADBBEA-CF19-4F39-8E14-1013D63B3BFE}"/>
    </a:ext>
  </a:ext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5a7ca897-8f32-41ce-b442-69b5ef5d580e" xsi:nil="true"/>
    <lcf76f155ced4ddcb4097134ff3c332f xmlns="52b6b482-b00d-4591-910a-34d35548503f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0E66ABAD07DE34781E1B5563A6DC4AB" ma:contentTypeVersion="18" ma:contentTypeDescription="Crée un document." ma:contentTypeScope="" ma:versionID="55ed062d53344776d7467a0902a46d3d">
  <xsd:schema xmlns:xsd="http://www.w3.org/2001/XMLSchema" xmlns:xs="http://www.w3.org/2001/XMLSchema" xmlns:p="http://schemas.microsoft.com/office/2006/metadata/properties" xmlns:ns2="52b6b482-b00d-4591-910a-34d35548503f" xmlns:ns3="5a7ca897-8f32-41ce-b442-69b5ef5d580e" targetNamespace="http://schemas.microsoft.com/office/2006/metadata/properties" ma:root="true" ma:fieldsID="7b7d928699ce20533545aba5eb8e6fa7" ns2:_="" ns3:_="">
    <xsd:import namespace="52b6b482-b00d-4591-910a-34d35548503f"/>
    <xsd:import namespace="5a7ca897-8f32-41ce-b442-69b5ef5d580e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2b6b482-b00d-4591-910a-34d35548503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Balises d’images" ma:readOnly="false" ma:fieldId="{5cf76f15-5ced-4ddc-b409-7134ff3c332f}" ma:taxonomyMulti="true" ma:sspId="24577704-1a61-41c7-a711-566f918cf46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a7ca897-8f32-41ce-b442-69b5ef5d580e" elementFormDefault="qualified">
    <xsd:import namespace="http://schemas.microsoft.com/office/2006/documentManagement/types"/>
    <xsd:import namespace="http://schemas.microsoft.com/office/infopath/2007/PartnerControls"/>
    <xsd:element name="SharedWithUsers" ma:index="16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7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9dabe6ec-b22f-4054-94ef-845e11c61467}" ma:internalName="TaxCatchAll" ma:showField="CatchAllData" ma:web="5a7ca897-8f32-41ce-b442-69b5ef5d580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4BE9E001-E845-4D98-B157-420D6D4C0DCA}">
  <ds:schemaRefs>
    <ds:schemaRef ds:uri="14bee277-991d-4f33-bdb4-c3adfba570c1"/>
    <ds:schemaRef ds:uri="52b6b482-b00d-4591-910a-34d35548503f"/>
    <ds:schemaRef ds:uri="5a7ca897-8f32-41ce-b442-69b5ef5d580e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83791AD4-0DAC-48C9-B017-B982D7988F2F}">
  <ds:schemaRefs>
    <ds:schemaRef ds:uri="52b6b482-b00d-4591-910a-34d35548503f"/>
    <ds:schemaRef ds:uri="5a7ca897-8f32-41ce-b442-69b5ef5d580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8309EA03-A04F-42EB-ABBC-880D62849A9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273</Words>
  <Application>Microsoft Office PowerPoint</Application>
  <PresentationFormat>Grand écran</PresentationFormat>
  <Paragraphs>67</Paragraphs>
  <Slides>1</Slides>
  <Notes>0</Notes>
  <HiddenSlides>0</HiddenSlides>
  <MMClips>0</MMClips>
  <ScaleCrop>false</ScaleCrop>
  <HeadingPairs>
    <vt:vector size="8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Serveurs OLE incorporés</vt:lpstr>
      </vt:variant>
      <vt:variant>
        <vt:i4>1</vt:i4>
      </vt:variant>
      <vt:variant>
        <vt:lpstr>Titres des diapositives</vt:lpstr>
      </vt:variant>
      <vt:variant>
        <vt:i4>1</vt:i4>
      </vt:variant>
    </vt:vector>
  </HeadingPairs>
  <TitlesOfParts>
    <vt:vector size="12" baseType="lpstr">
      <vt:lpstr>Arial</vt:lpstr>
      <vt:lpstr>Bitter Medium</vt:lpstr>
      <vt:lpstr>Calibri</vt:lpstr>
      <vt:lpstr>Courier New</vt:lpstr>
      <vt:lpstr>Lucida Grande</vt:lpstr>
      <vt:lpstr>Police système</vt:lpstr>
      <vt:lpstr>Verdana</vt:lpstr>
      <vt:lpstr>Wingdings</vt:lpstr>
      <vt:lpstr>Theme_SM_T2_2024</vt:lpstr>
      <vt:lpstr>Square 2020_T2</vt:lpstr>
      <vt:lpstr>think-cell Slide</vt:lpstr>
      <vt:lpstr>Présentation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Square 874</dc:creator>
  <cp:lastModifiedBy>Adem Banni</cp:lastModifiedBy>
  <cp:revision>115</cp:revision>
  <dcterms:created xsi:type="dcterms:W3CDTF">2020-12-02T11:04:11Z</dcterms:created>
  <dcterms:modified xsi:type="dcterms:W3CDTF">2026-07-01T16:29:19Z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ontentTypeId">
    <vt:lpwstr>0x01010020E66ABAD07DE34781E1B5563A6DC4AB</vt:lpwstr>
  </property>
</Properties>
</file>